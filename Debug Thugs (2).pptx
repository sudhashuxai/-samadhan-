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7" r:id="rId4"/>
    <p:sldId id="290" r:id="rId5"/>
    <p:sldId id="293" r:id="rId6"/>
    <p:sldId id="294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6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96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hanshu Tiwari" userId="bc57c2d1632e9dce" providerId="LiveId" clId="{DCAA4BB0-1612-4BB5-94C0-6690592DE427}"/>
    <pc:docChg chg="modSld">
      <pc:chgData name="Sudhanshu Tiwari" userId="bc57c2d1632e9dce" providerId="LiveId" clId="{DCAA4BB0-1612-4BB5-94C0-6690592DE427}" dt="2026-08-27T13:15:33.285" v="1" actId="13926"/>
      <pc:docMkLst>
        <pc:docMk/>
      </pc:docMkLst>
      <pc:sldChg chg="modSp mod">
        <pc:chgData name="Sudhanshu Tiwari" userId="bc57c2d1632e9dce" providerId="LiveId" clId="{DCAA4BB0-1612-4BB5-94C0-6690592DE427}" dt="2026-08-27T13:15:33.285" v="1" actId="13926"/>
        <pc:sldMkLst>
          <pc:docMk/>
          <pc:sldMk cId="0" sldId="291"/>
        </pc:sldMkLst>
        <pc:spChg chg="mod">
          <ac:chgData name="Sudhanshu Tiwari" userId="bc57c2d1632e9dce" providerId="LiveId" clId="{DCAA4BB0-1612-4BB5-94C0-6690592DE427}" dt="2026-08-27T13:15:33.285" v="1" actId="13926"/>
          <ac:spMkLst>
            <pc:docMk/>
            <pc:sldMk cId="0" sldId="291"/>
            <ac:spMk id="2" creationId="{75205EFD-4695-85F9-C551-FF5D19E14482}"/>
          </ac:spMkLst>
        </pc:spChg>
      </pc:sldChg>
    </pc:docChg>
  </pc:docChgLst>
</pc:chgInfo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meshighereducation.com/world-university-rankings" TargetMode="External"/><Relationship Id="rId7" Type="http://schemas.openxmlformats.org/officeDocument/2006/relationships/hyperlink" Target="https://www.education.gov.in/nep2020" TargetMode="External"/><Relationship Id="rId2" Type="http://schemas.openxmlformats.org/officeDocument/2006/relationships/hyperlink" Target="https://www.topuniversities.com/qs-world-university-rankings" TargetMode="External"/><Relationship Id="rId1" Type="http://schemas.openxmlformats.org/officeDocument/2006/relationships/hyperlink" Target="https://vaave.com/" TargetMode="External"/><Relationship Id="rId6" Type="http://schemas.openxmlformats.org/officeDocument/2006/relationships/hyperlink" Target="https://sendgrid.com/" TargetMode="External"/><Relationship Id="rId5" Type="http://schemas.openxmlformats.org/officeDocument/2006/relationships/hyperlink" Target="https://www.twilio.com/" TargetMode="External"/><Relationship Id="rId4" Type="http://schemas.openxmlformats.org/officeDocument/2006/relationships/hyperlink" Target="https://learn.microsoft.com/en-us/linkedin/" TargetMode="External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meshighereducation.com/world-university-rankings" TargetMode="External"/><Relationship Id="rId7" Type="http://schemas.openxmlformats.org/officeDocument/2006/relationships/hyperlink" Target="https://www.education.gov.in/nep2020" TargetMode="External"/><Relationship Id="rId2" Type="http://schemas.openxmlformats.org/officeDocument/2006/relationships/hyperlink" Target="https://www.topuniversities.com/qs-world-university-rankings" TargetMode="External"/><Relationship Id="rId1" Type="http://schemas.openxmlformats.org/officeDocument/2006/relationships/hyperlink" Target="https://vaave.com/" TargetMode="External"/><Relationship Id="rId6" Type="http://schemas.openxmlformats.org/officeDocument/2006/relationships/hyperlink" Target="https://sendgrid.com/" TargetMode="External"/><Relationship Id="rId5" Type="http://schemas.openxmlformats.org/officeDocument/2006/relationships/hyperlink" Target="https://www.twilio.com/" TargetMode="External"/><Relationship Id="rId4" Type="http://schemas.openxmlformats.org/officeDocument/2006/relationships/hyperlink" Target="https://learn.microsoft.com/en-us/linkedin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1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1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1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1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1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034EC0-1F09-4C11-B91C-5FD7192FFAD0}" type="doc">
      <dgm:prSet loTypeId="urn:microsoft.com/office/officeart/2005/8/layout/hList1" loCatId="list" qsTypeId="urn:microsoft.com/office/officeart/2005/8/quickstyle/simple1#7" qsCatId="simple" csTypeId="urn:microsoft.com/office/officeart/2005/8/colors/accent1_2#8" csCatId="accent1" phldr="1"/>
      <dgm:spPr/>
      <dgm:t>
        <a:bodyPr/>
        <a:lstStyle/>
        <a:p>
          <a:endParaRPr lang="en-IN"/>
        </a:p>
      </dgm:t>
    </dgm:pt>
    <dgm:pt modelId="{C86F4B48-4ABD-436A-96A0-093912CFEE92}">
      <dgm:prSet custT="1"/>
      <dgm:spPr/>
      <dgm:t>
        <a:bodyPr/>
        <a:lstStyle/>
        <a:p>
          <a:r>
            <a:rPr lang="en-IN" sz="18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rPr>
            <a:t>Research &amp; Designing</a:t>
          </a:r>
          <a:endParaRPr lang="en-IN" sz="1800" dirty="0">
            <a:solidFill>
              <a:srgbClr val="FFFF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DC847A-1CA1-4085-83A8-2ADC3221ED62}" type="parTrans" cxnId="{F17094F4-9C39-4610-8F13-3C8A920D30FB}">
      <dgm:prSet/>
      <dgm:spPr/>
      <dgm:t>
        <a:bodyPr/>
        <a:lstStyle/>
        <a:p>
          <a:endParaRPr lang="en-IN" sz="1400"/>
        </a:p>
      </dgm:t>
    </dgm:pt>
    <dgm:pt modelId="{D52A00C2-B71D-4683-90C0-15EC661F9B6A}" type="sibTrans" cxnId="{F17094F4-9C39-4610-8F13-3C8A920D30FB}">
      <dgm:prSet/>
      <dgm:spPr/>
      <dgm:t>
        <a:bodyPr/>
        <a:lstStyle/>
        <a:p>
          <a:endParaRPr lang="en-IN" sz="1400"/>
        </a:p>
      </dgm:t>
    </dgm:pt>
    <dgm:pt modelId="{307FB762-B7B6-45DD-9086-E8459A121676}">
      <dgm:prSet custT="1"/>
      <dgm:spPr/>
      <dgm:t>
        <a:bodyPr/>
        <a:lstStyle/>
        <a:p>
          <a:pPr algn="ctr">
            <a:buNone/>
          </a:pPr>
          <a:endParaRPr lang="en-IN" sz="16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CDB761B-D1C3-4B81-996C-AA3FF7E8CE4B}" type="parTrans" cxnId="{7B6304C6-098F-4F21-81B6-D28AF8028E6C}">
      <dgm:prSet/>
      <dgm:spPr/>
      <dgm:t>
        <a:bodyPr/>
        <a:lstStyle/>
        <a:p>
          <a:endParaRPr lang="en-IN" sz="1400"/>
        </a:p>
      </dgm:t>
    </dgm:pt>
    <dgm:pt modelId="{84A4166C-5FA3-456A-8E6A-064EB90DA20C}" type="sibTrans" cxnId="{7B6304C6-098F-4F21-81B6-D28AF8028E6C}">
      <dgm:prSet/>
      <dgm:spPr/>
      <dgm:t>
        <a:bodyPr/>
        <a:lstStyle/>
        <a:p>
          <a:endParaRPr lang="en-IN" sz="1400"/>
        </a:p>
      </dgm:t>
    </dgm:pt>
    <dgm:pt modelId="{7FF35867-9887-4A5A-81C4-353C951621A7}">
      <dgm:prSet custT="1"/>
      <dgm:spPr/>
      <dgm:t>
        <a:bodyPr/>
        <a:lstStyle/>
        <a:p>
          <a:pPr algn="l"/>
          <a:r>
            <a:rPr lang="en-IN" sz="1400" b="1" dirty="0">
              <a:solidFill>
                <a:srgbClr val="010000"/>
              </a:solidFill>
              <a:latin typeface="Arial" panose="020B0604020202020204" pitchFamily="34" charset="0"/>
              <a:cs typeface="Arial" panose="020B0604020202020204" pitchFamily="34" charset="0"/>
            </a:rPr>
            <a:t>Alumni &amp; student database collection</a:t>
          </a:r>
        </a:p>
      </dgm:t>
    </dgm:pt>
    <dgm:pt modelId="{620B74D9-B619-46A3-B9C2-A89F52314EC0}" type="parTrans" cxnId="{2C9189BD-CAFF-4467-9068-35272C9CEB8A}">
      <dgm:prSet/>
      <dgm:spPr/>
      <dgm:t>
        <a:bodyPr/>
        <a:lstStyle/>
        <a:p>
          <a:endParaRPr lang="en-IN" sz="1400"/>
        </a:p>
      </dgm:t>
    </dgm:pt>
    <dgm:pt modelId="{F6BEFCB7-573C-4FD9-A36E-9228B5669599}" type="sibTrans" cxnId="{2C9189BD-CAFF-4467-9068-35272C9CEB8A}">
      <dgm:prSet/>
      <dgm:spPr/>
      <dgm:t>
        <a:bodyPr/>
        <a:lstStyle/>
        <a:p>
          <a:endParaRPr lang="en-IN" sz="1400"/>
        </a:p>
      </dgm:t>
    </dgm:pt>
    <dgm:pt modelId="{C9092583-C8A9-42E9-9B29-EBAC6F9C83AC}">
      <dgm:prSet custT="1"/>
      <dgm:spPr/>
      <dgm:t>
        <a:bodyPr/>
        <a:lstStyle/>
        <a:p>
          <a:r>
            <a:rPr lang="en-IN" sz="18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rPr>
            <a:t>Frontend Development</a:t>
          </a:r>
          <a:endParaRPr lang="en-IN" sz="1800" dirty="0">
            <a:solidFill>
              <a:srgbClr val="FFFF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01AB57-FA0A-419F-B725-377BEF0AFEE0}" type="parTrans" cxnId="{4FCF918E-160D-4F82-BD7C-9D47926F81B3}">
      <dgm:prSet/>
      <dgm:spPr/>
      <dgm:t>
        <a:bodyPr/>
        <a:lstStyle/>
        <a:p>
          <a:endParaRPr lang="en-IN" sz="1400"/>
        </a:p>
      </dgm:t>
    </dgm:pt>
    <dgm:pt modelId="{7FE4919B-ADEE-4934-B3BB-B79F500D1E2B}" type="sibTrans" cxnId="{4FCF918E-160D-4F82-BD7C-9D47926F81B3}">
      <dgm:prSet/>
      <dgm:spPr/>
      <dgm:t>
        <a:bodyPr/>
        <a:lstStyle/>
        <a:p>
          <a:endParaRPr lang="en-IN" sz="1400"/>
        </a:p>
      </dgm:t>
    </dgm:pt>
    <dgm:pt modelId="{C9467325-D8BD-4740-8CA7-4E9B7DB790E4}">
      <dgm:prSet custT="1"/>
      <dgm:spPr/>
      <dgm:t>
        <a:bodyPr/>
        <a:lstStyle/>
        <a:p>
          <a:pPr algn="ctr">
            <a:buNone/>
          </a:pPr>
          <a:endParaRPr lang="en-IN" sz="16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9017532-D4A8-4B72-9C6B-BE44ED10BB3E}" type="parTrans" cxnId="{6D482DF5-8F79-498D-8F1F-669B625247D6}">
      <dgm:prSet/>
      <dgm:spPr/>
      <dgm:t>
        <a:bodyPr/>
        <a:lstStyle/>
        <a:p>
          <a:endParaRPr lang="en-IN" sz="1400"/>
        </a:p>
      </dgm:t>
    </dgm:pt>
    <dgm:pt modelId="{856B2F83-86AC-4EC6-A6FE-92942D4A957D}" type="sibTrans" cxnId="{6D482DF5-8F79-498D-8F1F-669B625247D6}">
      <dgm:prSet/>
      <dgm:spPr/>
      <dgm:t>
        <a:bodyPr/>
        <a:lstStyle/>
        <a:p>
          <a:endParaRPr lang="en-IN" sz="1400"/>
        </a:p>
      </dgm:t>
    </dgm:pt>
    <dgm:pt modelId="{0EAAA96F-373B-477A-8520-3FD61897D968}">
      <dgm:prSet custT="1"/>
      <dgm:spPr/>
      <dgm:t>
        <a:bodyPr/>
        <a:lstStyle/>
        <a:p>
          <a:pPr algn="l"/>
          <a:r>
            <a:rPr lang="en-IN" sz="1400" b="1" dirty="0">
              <a:latin typeface="Arial" panose="020B0604020202020204" pitchFamily="34" charset="0"/>
              <a:cs typeface="Arial" panose="020B0604020202020204" pitchFamily="34" charset="0"/>
            </a:rPr>
            <a:t>React.js (responsive web)</a:t>
          </a:r>
        </a:p>
      </dgm:t>
    </dgm:pt>
    <dgm:pt modelId="{2927E1F2-589E-4707-97E8-ACD985E4576C}" type="parTrans" cxnId="{724644E0-5008-450A-A111-9F6B654A156A}">
      <dgm:prSet/>
      <dgm:spPr/>
      <dgm:t>
        <a:bodyPr/>
        <a:lstStyle/>
        <a:p>
          <a:endParaRPr lang="en-IN" sz="1400"/>
        </a:p>
      </dgm:t>
    </dgm:pt>
    <dgm:pt modelId="{5FEBED97-54F6-4C53-BD04-425558F1DB58}" type="sibTrans" cxnId="{724644E0-5008-450A-A111-9F6B654A156A}">
      <dgm:prSet/>
      <dgm:spPr/>
      <dgm:t>
        <a:bodyPr/>
        <a:lstStyle/>
        <a:p>
          <a:endParaRPr lang="en-IN" sz="1400"/>
        </a:p>
      </dgm:t>
    </dgm:pt>
    <dgm:pt modelId="{612B6C09-D1EA-450D-8EC6-927438BF7DD4}">
      <dgm:prSet custT="1"/>
      <dgm:spPr/>
      <dgm:t>
        <a:bodyPr/>
        <a:lstStyle/>
        <a:p>
          <a:pPr algn="l"/>
          <a:r>
            <a:rPr lang="en-IN" sz="1400" b="1" dirty="0">
              <a:latin typeface="Arial" panose="020B0604020202020204" pitchFamily="34" charset="0"/>
              <a:cs typeface="Arial" panose="020B0604020202020204" pitchFamily="34" charset="0"/>
            </a:rPr>
            <a:t>Flutter (cross-platform mobile)</a:t>
          </a:r>
        </a:p>
      </dgm:t>
    </dgm:pt>
    <dgm:pt modelId="{97F81858-493E-4971-AA76-7AF5E0F7019C}" type="parTrans" cxnId="{CE61B79E-06D6-4797-9849-418E77DEE145}">
      <dgm:prSet/>
      <dgm:spPr/>
      <dgm:t>
        <a:bodyPr/>
        <a:lstStyle/>
        <a:p>
          <a:endParaRPr lang="en-IN" sz="1400"/>
        </a:p>
      </dgm:t>
    </dgm:pt>
    <dgm:pt modelId="{5D6A918E-DFAF-471A-90AF-E400C972619C}" type="sibTrans" cxnId="{CE61B79E-06D6-4797-9849-418E77DEE145}">
      <dgm:prSet/>
      <dgm:spPr/>
      <dgm:t>
        <a:bodyPr/>
        <a:lstStyle/>
        <a:p>
          <a:endParaRPr lang="en-IN" sz="1400"/>
        </a:p>
      </dgm:t>
    </dgm:pt>
    <dgm:pt modelId="{C0C21397-18AE-42A1-A251-F0F4312BAF85}">
      <dgm:prSet custT="1"/>
      <dgm:spPr/>
      <dgm:t>
        <a:bodyPr/>
        <a:lstStyle/>
        <a:p>
          <a:r>
            <a:rPr lang="en-IN" sz="18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rPr>
            <a:t>Backend Development</a:t>
          </a:r>
          <a:endParaRPr lang="en-IN" sz="1800" dirty="0">
            <a:solidFill>
              <a:srgbClr val="FFFF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A94E681-7747-4E6A-9048-FA7E7DFDE518}" type="parTrans" cxnId="{7EB8C4B9-3EC5-4007-9F07-2A351D319149}">
      <dgm:prSet/>
      <dgm:spPr/>
      <dgm:t>
        <a:bodyPr/>
        <a:lstStyle/>
        <a:p>
          <a:endParaRPr lang="en-US" sz="1400"/>
        </a:p>
      </dgm:t>
    </dgm:pt>
    <dgm:pt modelId="{31F7129D-71B5-4A9F-BF90-B9C6A708F113}" type="sibTrans" cxnId="{7EB8C4B9-3EC5-4007-9F07-2A351D319149}">
      <dgm:prSet/>
      <dgm:spPr/>
      <dgm:t>
        <a:bodyPr/>
        <a:lstStyle/>
        <a:p>
          <a:endParaRPr lang="en-US" sz="1400"/>
        </a:p>
      </dgm:t>
    </dgm:pt>
    <dgm:pt modelId="{B132F8C9-B1EF-493F-88B6-95228C3ED9F2}">
      <dgm:prSet custT="1"/>
      <dgm:spPr/>
      <dgm:t>
        <a:bodyPr/>
        <a:lstStyle/>
        <a:p>
          <a:pPr algn="ctr">
            <a:buNone/>
          </a:pPr>
          <a:endParaRPr lang="en-IN" sz="16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DC63EB-FCDC-41E8-8A2F-84E54A7BB762}" type="parTrans" cxnId="{3EB0FD31-D527-401D-8D52-4026BDA8936E}">
      <dgm:prSet/>
      <dgm:spPr/>
      <dgm:t>
        <a:bodyPr/>
        <a:lstStyle/>
        <a:p>
          <a:endParaRPr lang="en-US" sz="1400"/>
        </a:p>
      </dgm:t>
    </dgm:pt>
    <dgm:pt modelId="{7E5887DF-2C06-4975-BE19-209BE2FFC933}" type="sibTrans" cxnId="{3EB0FD31-D527-401D-8D52-4026BDA8936E}">
      <dgm:prSet/>
      <dgm:spPr/>
      <dgm:t>
        <a:bodyPr/>
        <a:lstStyle/>
        <a:p>
          <a:endParaRPr lang="en-US" sz="1400"/>
        </a:p>
      </dgm:t>
    </dgm:pt>
    <dgm:pt modelId="{155F01F3-C2F6-4FE5-B233-06CB67BBA611}">
      <dgm:prSet custT="1"/>
      <dgm:spPr/>
      <dgm:t>
        <a:bodyPr/>
        <a:lstStyle/>
        <a:p>
          <a:pPr algn="l"/>
          <a:r>
            <a:rPr lang="en-IN" sz="1400" b="1" dirty="0">
              <a:latin typeface="Arial" panose="020B0604020202020204" pitchFamily="34" charset="0"/>
              <a:cs typeface="Arial" panose="020B0604020202020204" pitchFamily="34" charset="0"/>
            </a:rPr>
            <a:t>Node.js + Express.js (APIs, integrations)</a:t>
          </a:r>
        </a:p>
      </dgm:t>
    </dgm:pt>
    <dgm:pt modelId="{49EA9E37-1C42-41DB-A71D-E071DD25B41D}" type="parTrans" cxnId="{2047CEDD-FAB1-49F9-9B41-AF9B9D384669}">
      <dgm:prSet/>
      <dgm:spPr/>
      <dgm:t>
        <a:bodyPr/>
        <a:lstStyle/>
        <a:p>
          <a:endParaRPr lang="en-US" sz="1400"/>
        </a:p>
      </dgm:t>
    </dgm:pt>
    <dgm:pt modelId="{FD361396-5B37-4512-8492-9318E7DAC755}" type="sibTrans" cxnId="{2047CEDD-FAB1-49F9-9B41-AF9B9D384669}">
      <dgm:prSet/>
      <dgm:spPr/>
      <dgm:t>
        <a:bodyPr/>
        <a:lstStyle/>
        <a:p>
          <a:endParaRPr lang="en-US" sz="1400"/>
        </a:p>
      </dgm:t>
    </dgm:pt>
    <dgm:pt modelId="{D9E03489-C64B-4CBE-A13D-4DB3EF21C2B5}">
      <dgm:prSet custT="1"/>
      <dgm:spPr/>
      <dgm:t>
        <a:bodyPr/>
        <a:lstStyle/>
        <a:p>
          <a:pPr algn="l"/>
          <a:r>
            <a:rPr lang="en-IN" sz="1400" b="1" dirty="0">
              <a:latin typeface="Arial" panose="020B0604020202020204" pitchFamily="34" charset="0"/>
              <a:cs typeface="Arial" panose="020B0604020202020204" pitchFamily="34" charset="0"/>
            </a:rPr>
            <a:t>Firebase (cloud hosting &amp; scaling)</a:t>
          </a:r>
        </a:p>
      </dgm:t>
    </dgm:pt>
    <dgm:pt modelId="{FB1174B5-A252-4030-8013-7E310C37E2C8}" type="parTrans" cxnId="{15CDF959-B392-437C-9104-1AEC09F0C1B2}">
      <dgm:prSet/>
      <dgm:spPr/>
      <dgm:t>
        <a:bodyPr/>
        <a:lstStyle/>
        <a:p>
          <a:endParaRPr lang="en-US" sz="1400"/>
        </a:p>
      </dgm:t>
    </dgm:pt>
    <dgm:pt modelId="{80F1240F-C70E-4C3D-855B-174F9778E533}" type="sibTrans" cxnId="{15CDF959-B392-437C-9104-1AEC09F0C1B2}">
      <dgm:prSet/>
      <dgm:spPr/>
      <dgm:t>
        <a:bodyPr/>
        <a:lstStyle/>
        <a:p>
          <a:endParaRPr lang="en-US" sz="1400"/>
        </a:p>
      </dgm:t>
    </dgm:pt>
    <dgm:pt modelId="{6877767C-C423-47E0-9F7F-AD376A3DBF51}">
      <dgm:prSet custT="1"/>
      <dgm:spPr/>
      <dgm:t>
        <a:bodyPr/>
        <a:lstStyle/>
        <a:p>
          <a:r>
            <a:rPr lang="en-IN" sz="17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rPr>
            <a:t>Future Enhancements</a:t>
          </a:r>
          <a:endParaRPr lang="en-IN" sz="1700" dirty="0">
            <a:solidFill>
              <a:srgbClr val="FFFF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B87F0B8-2B5E-4220-9752-031747A81D1A}" type="parTrans" cxnId="{BDDEEDBB-7FAE-4549-99B4-2C3F6544C7EE}">
      <dgm:prSet/>
      <dgm:spPr/>
      <dgm:t>
        <a:bodyPr/>
        <a:lstStyle/>
        <a:p>
          <a:endParaRPr lang="en-US" sz="1400"/>
        </a:p>
      </dgm:t>
    </dgm:pt>
    <dgm:pt modelId="{E85A3EDA-4C42-4852-A528-78310C14E490}" type="sibTrans" cxnId="{BDDEEDBB-7FAE-4549-99B4-2C3F6544C7EE}">
      <dgm:prSet/>
      <dgm:spPr/>
      <dgm:t>
        <a:bodyPr/>
        <a:lstStyle/>
        <a:p>
          <a:endParaRPr lang="en-US" sz="1400"/>
        </a:p>
      </dgm:t>
    </dgm:pt>
    <dgm:pt modelId="{D294A4F5-8186-462D-897A-88C5B6F60750}">
      <dgm:prSet custT="1"/>
      <dgm:spPr/>
      <dgm:t>
        <a:bodyPr/>
        <a:lstStyle/>
        <a:p>
          <a:pPr algn="ctr">
            <a:buNone/>
          </a:pPr>
          <a:endParaRPr lang="en-IN" sz="16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0AF44E-8822-4A1B-98B6-7489A87F0588}" type="parTrans" cxnId="{12F3986E-A0E2-409E-89A7-84E215CB3940}">
      <dgm:prSet/>
      <dgm:spPr/>
      <dgm:t>
        <a:bodyPr/>
        <a:lstStyle/>
        <a:p>
          <a:endParaRPr lang="en-US" sz="1400"/>
        </a:p>
      </dgm:t>
    </dgm:pt>
    <dgm:pt modelId="{28035ABC-3A92-4DF5-942B-6E412A7151D4}" type="sibTrans" cxnId="{12F3986E-A0E2-409E-89A7-84E215CB3940}">
      <dgm:prSet/>
      <dgm:spPr/>
      <dgm:t>
        <a:bodyPr/>
        <a:lstStyle/>
        <a:p>
          <a:endParaRPr lang="en-US" sz="1400"/>
        </a:p>
      </dgm:t>
    </dgm:pt>
    <dgm:pt modelId="{764BD2A1-39D0-4D6F-A7EF-75AA5F08F025}">
      <dgm:prSet custT="1"/>
      <dgm:spPr/>
      <dgm:t>
        <a:bodyPr/>
        <a:lstStyle/>
        <a:p>
          <a:pPr algn="l"/>
          <a:r>
            <a:rPr lang="en-IN" sz="1400" b="1" dirty="0">
              <a:latin typeface="Arial" panose="020B0604020202020204" pitchFamily="34" charset="0"/>
              <a:cs typeface="Arial" panose="020B0604020202020204" pitchFamily="34" charset="0"/>
            </a:rPr>
            <a:t>AI/ML integration</a:t>
          </a:r>
        </a:p>
      </dgm:t>
    </dgm:pt>
    <dgm:pt modelId="{A4580545-6102-4555-B571-0C5BCA8061AB}" type="parTrans" cxnId="{91C552CB-CBED-45DE-B9D4-323D037AAD93}">
      <dgm:prSet/>
      <dgm:spPr/>
      <dgm:t>
        <a:bodyPr/>
        <a:lstStyle/>
        <a:p>
          <a:endParaRPr lang="en-US" sz="1400"/>
        </a:p>
      </dgm:t>
    </dgm:pt>
    <dgm:pt modelId="{018D94D3-F345-40F2-A7E3-4C8C7EA6C604}" type="sibTrans" cxnId="{91C552CB-CBED-45DE-B9D4-323D037AAD93}">
      <dgm:prSet/>
      <dgm:spPr/>
      <dgm:t>
        <a:bodyPr/>
        <a:lstStyle/>
        <a:p>
          <a:endParaRPr lang="en-US" sz="1400"/>
        </a:p>
      </dgm:t>
    </dgm:pt>
    <dgm:pt modelId="{54C9D9EC-F2AC-401D-A1E1-465AA850B023}">
      <dgm:prSet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400" b="1" dirty="0">
              <a:solidFill>
                <a:srgbClr val="010000"/>
              </a:solidFill>
              <a:latin typeface="Arial" panose="020B0604020202020204" pitchFamily="34" charset="0"/>
              <a:cs typeface="Arial" panose="020B0604020202020204" pitchFamily="34" charset="0"/>
            </a:rPr>
            <a:t>Figma (prototyping &amp; design)</a:t>
          </a:r>
        </a:p>
      </dgm:t>
    </dgm:pt>
    <dgm:pt modelId="{AC20A502-935C-41CD-B6B2-68831D1F586F}" type="parTrans" cxnId="{DB51CA55-8CF1-494A-BB24-0159CFDDAFCC}">
      <dgm:prSet/>
      <dgm:spPr/>
      <dgm:t>
        <a:bodyPr/>
        <a:lstStyle/>
        <a:p>
          <a:endParaRPr lang="en-US"/>
        </a:p>
      </dgm:t>
    </dgm:pt>
    <dgm:pt modelId="{FDBC9A00-654C-416E-9090-35A68199EBFF}" type="sibTrans" cxnId="{DB51CA55-8CF1-494A-BB24-0159CFDDAFCC}">
      <dgm:prSet/>
      <dgm:spPr/>
      <dgm:t>
        <a:bodyPr/>
        <a:lstStyle/>
        <a:p>
          <a:endParaRPr lang="en-US"/>
        </a:p>
      </dgm:t>
    </dgm:pt>
    <dgm:pt modelId="{905BB8F2-7287-42A6-8D3F-1F240708D35B}">
      <dgm:prSet custT="1"/>
      <dgm:spPr/>
      <dgm:t>
        <a:bodyPr/>
        <a:lstStyle/>
        <a:p>
          <a:pPr algn="l"/>
          <a:r>
            <a:rPr lang="en-IN" sz="1400" b="1" dirty="0">
              <a:latin typeface="Arial" panose="020B0604020202020204" pitchFamily="34" charset="0"/>
              <a:cs typeface="Arial" panose="020B0604020202020204" pitchFamily="34" charset="0"/>
            </a:rPr>
            <a:t>Blockchain Credential Verification</a:t>
          </a:r>
        </a:p>
      </dgm:t>
    </dgm:pt>
    <dgm:pt modelId="{0083F239-A841-410E-BDC7-A1BD499B386B}" type="parTrans" cxnId="{A617BBC8-7916-494C-8BE2-620FC4CBCF69}">
      <dgm:prSet/>
      <dgm:spPr/>
      <dgm:t>
        <a:bodyPr/>
        <a:lstStyle/>
        <a:p>
          <a:endParaRPr lang="en-US"/>
        </a:p>
      </dgm:t>
    </dgm:pt>
    <dgm:pt modelId="{9DA85F1F-EB60-4B35-8BF3-EB6BBE90BC03}" type="sibTrans" cxnId="{A617BBC8-7916-494C-8BE2-620FC4CBCF69}">
      <dgm:prSet/>
      <dgm:spPr/>
      <dgm:t>
        <a:bodyPr/>
        <a:lstStyle/>
        <a:p>
          <a:endParaRPr lang="en-US"/>
        </a:p>
      </dgm:t>
    </dgm:pt>
    <dgm:pt modelId="{6A0551A7-271B-47DC-9220-71FF8CABB0AD}">
      <dgm:prSet custT="1"/>
      <dgm:spPr/>
      <dgm:t>
        <a:bodyPr/>
        <a:lstStyle/>
        <a:p>
          <a:pPr algn="l"/>
          <a:r>
            <a:rPr lang="en-IN" sz="1400" b="1" dirty="0">
              <a:latin typeface="Arial" panose="020B0604020202020204" pitchFamily="34" charset="0"/>
              <a:cs typeface="Arial" panose="020B0604020202020204" pitchFamily="34" charset="0"/>
            </a:rPr>
            <a:t>Advanced Data Security &amp; Privacy</a:t>
          </a:r>
        </a:p>
      </dgm:t>
    </dgm:pt>
    <dgm:pt modelId="{0BE2F3AE-821A-450D-ABE1-7881C246A529}" type="parTrans" cxnId="{5DE7C14D-9D58-411A-8516-E6774092629A}">
      <dgm:prSet/>
      <dgm:spPr/>
      <dgm:t>
        <a:bodyPr/>
        <a:lstStyle/>
        <a:p>
          <a:endParaRPr lang="en-US"/>
        </a:p>
      </dgm:t>
    </dgm:pt>
    <dgm:pt modelId="{C9A19BD1-AEE2-4B5B-AF00-838121C46B30}" type="sibTrans" cxnId="{5DE7C14D-9D58-411A-8516-E6774092629A}">
      <dgm:prSet/>
      <dgm:spPr/>
      <dgm:t>
        <a:bodyPr/>
        <a:lstStyle/>
        <a:p>
          <a:endParaRPr lang="en-US"/>
        </a:p>
      </dgm:t>
    </dgm:pt>
    <dgm:pt modelId="{4AB598F8-A07E-42A7-9C66-23D0700B0860}" type="pres">
      <dgm:prSet presAssocID="{5E034EC0-1F09-4C11-B91C-5FD7192FFAD0}" presName="Name0" presStyleCnt="0">
        <dgm:presLayoutVars>
          <dgm:dir/>
          <dgm:animLvl val="lvl"/>
          <dgm:resizeHandles val="exact"/>
        </dgm:presLayoutVars>
      </dgm:prSet>
      <dgm:spPr/>
    </dgm:pt>
    <dgm:pt modelId="{BE2E530F-E386-45D3-81FC-E6C19BCA3212}" type="pres">
      <dgm:prSet presAssocID="{C86F4B48-4ABD-436A-96A0-093912CFEE92}" presName="composite" presStyleCnt="0"/>
      <dgm:spPr/>
    </dgm:pt>
    <dgm:pt modelId="{8FACC288-4BB2-45DB-927E-24A9C0CFB23C}" type="pres">
      <dgm:prSet presAssocID="{C86F4B48-4ABD-436A-96A0-093912CFEE9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94838C38-A265-4542-A826-292672E62B05}" type="pres">
      <dgm:prSet presAssocID="{C86F4B48-4ABD-436A-96A0-093912CFEE92}" presName="desTx" presStyleLbl="alignAccFollowNode1" presStyleIdx="0" presStyleCnt="4" custLinFactNeighborX="-261" custLinFactNeighborY="69553">
        <dgm:presLayoutVars>
          <dgm:bulletEnabled val="1"/>
        </dgm:presLayoutVars>
      </dgm:prSet>
      <dgm:spPr/>
    </dgm:pt>
    <dgm:pt modelId="{9AE5C4C0-FADD-4F4C-AE28-8CB76114B622}" type="pres">
      <dgm:prSet presAssocID="{D52A00C2-B71D-4683-90C0-15EC661F9B6A}" presName="space" presStyleCnt="0"/>
      <dgm:spPr/>
    </dgm:pt>
    <dgm:pt modelId="{89CCF802-A9CE-4ABA-84EE-B8B94DB0A7CD}" type="pres">
      <dgm:prSet presAssocID="{C9092583-C8A9-42E9-9B29-EBAC6F9C83AC}" presName="composite" presStyleCnt="0"/>
      <dgm:spPr/>
    </dgm:pt>
    <dgm:pt modelId="{E7040CB0-CBE1-429E-A659-81CAD48BE20C}" type="pres">
      <dgm:prSet presAssocID="{C9092583-C8A9-42E9-9B29-EBAC6F9C83AC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130914B-E173-49E0-AE38-BA662C4A0517}" type="pres">
      <dgm:prSet presAssocID="{C9092583-C8A9-42E9-9B29-EBAC6F9C83AC}" presName="desTx" presStyleLbl="alignAccFollowNode1" presStyleIdx="1" presStyleCnt="4" custLinFactNeighborX="-261" custLinFactNeighborY="69553">
        <dgm:presLayoutVars>
          <dgm:bulletEnabled val="1"/>
        </dgm:presLayoutVars>
      </dgm:prSet>
      <dgm:spPr/>
    </dgm:pt>
    <dgm:pt modelId="{9982F947-6FD5-44B1-BDAF-C11D8B78EF86}" type="pres">
      <dgm:prSet presAssocID="{7FE4919B-ADEE-4934-B3BB-B79F500D1E2B}" presName="space" presStyleCnt="0"/>
      <dgm:spPr/>
    </dgm:pt>
    <dgm:pt modelId="{29DB847B-D691-459A-9A30-8CF5D9085D8F}" type="pres">
      <dgm:prSet presAssocID="{C0C21397-18AE-42A1-A251-F0F4312BAF85}" presName="composite" presStyleCnt="0"/>
      <dgm:spPr/>
    </dgm:pt>
    <dgm:pt modelId="{E6CFA296-177E-41E8-A3E7-3CD18983782C}" type="pres">
      <dgm:prSet presAssocID="{C0C21397-18AE-42A1-A251-F0F4312BAF85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13A3D453-5069-4D84-92DC-4E19FC1DF2DC}" type="pres">
      <dgm:prSet presAssocID="{C0C21397-18AE-42A1-A251-F0F4312BAF85}" presName="desTx" presStyleLbl="alignAccFollowNode1" presStyleIdx="2" presStyleCnt="4">
        <dgm:presLayoutVars>
          <dgm:bulletEnabled val="1"/>
        </dgm:presLayoutVars>
      </dgm:prSet>
      <dgm:spPr/>
    </dgm:pt>
    <dgm:pt modelId="{1614D42F-03FF-4DB2-A694-AA9F612F1DA1}" type="pres">
      <dgm:prSet presAssocID="{31F7129D-71B5-4A9F-BF90-B9C6A708F113}" presName="space" presStyleCnt="0"/>
      <dgm:spPr/>
    </dgm:pt>
    <dgm:pt modelId="{094302FF-7414-4B7E-81A1-64F0F7317EA9}" type="pres">
      <dgm:prSet presAssocID="{6877767C-C423-47E0-9F7F-AD376A3DBF51}" presName="composite" presStyleCnt="0"/>
      <dgm:spPr/>
    </dgm:pt>
    <dgm:pt modelId="{1D2B8C72-7B17-4BE9-8556-EEA32EA91F43}" type="pres">
      <dgm:prSet presAssocID="{6877767C-C423-47E0-9F7F-AD376A3DBF51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D4ACBD15-2D99-4DB0-8333-505B63A9885C}" type="pres">
      <dgm:prSet presAssocID="{6877767C-C423-47E0-9F7F-AD376A3DBF51}" presName="desTx" presStyleLbl="alignAccFollowNode1" presStyleIdx="3" presStyleCnt="4" custScaleY="100000">
        <dgm:presLayoutVars>
          <dgm:bulletEnabled val="1"/>
        </dgm:presLayoutVars>
      </dgm:prSet>
      <dgm:spPr/>
    </dgm:pt>
  </dgm:ptLst>
  <dgm:cxnLst>
    <dgm:cxn modelId="{E73AF701-25EE-41AC-A7EC-65FF67539062}" type="presOf" srcId="{C9467325-D8BD-4740-8CA7-4E9B7DB790E4}" destId="{1130914B-E173-49E0-AE38-BA662C4A0517}" srcOrd="0" destOrd="0" presId="urn:microsoft.com/office/officeart/2005/8/layout/hList1"/>
    <dgm:cxn modelId="{49AED00C-0960-4B73-9943-143BEA43504B}" type="presOf" srcId="{5E034EC0-1F09-4C11-B91C-5FD7192FFAD0}" destId="{4AB598F8-A07E-42A7-9C66-23D0700B0860}" srcOrd="0" destOrd="0" presId="urn:microsoft.com/office/officeart/2005/8/layout/hList1"/>
    <dgm:cxn modelId="{18559F0E-0E1D-4A72-9A42-5A0C8514DDA7}" type="presOf" srcId="{6877767C-C423-47E0-9F7F-AD376A3DBF51}" destId="{1D2B8C72-7B17-4BE9-8556-EEA32EA91F43}" srcOrd="0" destOrd="0" presId="urn:microsoft.com/office/officeart/2005/8/layout/hList1"/>
    <dgm:cxn modelId="{A65CDE12-3410-48EC-ADEC-885BF6349DAF}" type="presOf" srcId="{C9092583-C8A9-42E9-9B29-EBAC6F9C83AC}" destId="{E7040CB0-CBE1-429E-A659-81CAD48BE20C}" srcOrd="0" destOrd="0" presId="urn:microsoft.com/office/officeart/2005/8/layout/hList1"/>
    <dgm:cxn modelId="{0F1A9E1D-397A-4C6B-AD64-9E307C60ADB9}" type="presOf" srcId="{307FB762-B7B6-45DD-9086-E8459A121676}" destId="{94838C38-A265-4542-A826-292672E62B05}" srcOrd="0" destOrd="0" presId="urn:microsoft.com/office/officeart/2005/8/layout/hList1"/>
    <dgm:cxn modelId="{F2447521-5555-499C-A13C-735774BE61FF}" type="presOf" srcId="{B132F8C9-B1EF-493F-88B6-95228C3ED9F2}" destId="{13A3D453-5069-4D84-92DC-4E19FC1DF2DC}" srcOrd="0" destOrd="0" presId="urn:microsoft.com/office/officeart/2005/8/layout/hList1"/>
    <dgm:cxn modelId="{0F75EF22-34DF-4DEA-BD09-F81793C2436C}" type="presOf" srcId="{54C9D9EC-F2AC-401D-A1E1-465AA850B023}" destId="{94838C38-A265-4542-A826-292672E62B05}" srcOrd="0" destOrd="2" presId="urn:microsoft.com/office/officeart/2005/8/layout/hList1"/>
    <dgm:cxn modelId="{3EB0FD31-D527-401D-8D52-4026BDA8936E}" srcId="{C0C21397-18AE-42A1-A251-F0F4312BAF85}" destId="{B132F8C9-B1EF-493F-88B6-95228C3ED9F2}" srcOrd="0" destOrd="0" parTransId="{A6DC63EB-FCDC-41E8-8A2F-84E54A7BB762}" sibTransId="{7E5887DF-2C06-4975-BE19-209BE2FFC933}"/>
    <dgm:cxn modelId="{0BADB93C-2750-4682-8351-57B8BC650D00}" type="presOf" srcId="{612B6C09-D1EA-450D-8EC6-927438BF7DD4}" destId="{1130914B-E173-49E0-AE38-BA662C4A0517}" srcOrd="0" destOrd="2" presId="urn:microsoft.com/office/officeart/2005/8/layout/hList1"/>
    <dgm:cxn modelId="{DD93516D-3095-431D-B0D8-6519FD84D05D}" type="presOf" srcId="{7FF35867-9887-4A5A-81C4-353C951621A7}" destId="{94838C38-A265-4542-A826-292672E62B05}" srcOrd="0" destOrd="1" presId="urn:microsoft.com/office/officeart/2005/8/layout/hList1"/>
    <dgm:cxn modelId="{5DE7C14D-9D58-411A-8516-E6774092629A}" srcId="{D294A4F5-8186-462D-897A-88C5B6F60750}" destId="{6A0551A7-271B-47DC-9220-71FF8CABB0AD}" srcOrd="2" destOrd="0" parTransId="{0BE2F3AE-821A-450D-ABE1-7881C246A529}" sibTransId="{C9A19BD1-AEE2-4B5B-AF00-838121C46B30}"/>
    <dgm:cxn modelId="{12F3986E-A0E2-409E-89A7-84E215CB3940}" srcId="{6877767C-C423-47E0-9F7F-AD376A3DBF51}" destId="{D294A4F5-8186-462D-897A-88C5B6F60750}" srcOrd="0" destOrd="0" parTransId="{D00AF44E-8822-4A1B-98B6-7489A87F0588}" sibTransId="{28035ABC-3A92-4DF5-942B-6E412A7151D4}"/>
    <dgm:cxn modelId="{5F8FA56F-83C0-4815-91CD-E6E72CFFC201}" type="presOf" srcId="{905BB8F2-7287-42A6-8D3F-1F240708D35B}" destId="{D4ACBD15-2D99-4DB0-8333-505B63A9885C}" srcOrd="0" destOrd="2" presId="urn:microsoft.com/office/officeart/2005/8/layout/hList1"/>
    <dgm:cxn modelId="{DB51CA55-8CF1-494A-BB24-0159CFDDAFCC}" srcId="{307FB762-B7B6-45DD-9086-E8459A121676}" destId="{54C9D9EC-F2AC-401D-A1E1-465AA850B023}" srcOrd="1" destOrd="0" parTransId="{AC20A502-935C-41CD-B6B2-68831D1F586F}" sibTransId="{FDBC9A00-654C-416E-9090-35A68199EBFF}"/>
    <dgm:cxn modelId="{0EC8CF56-0F1F-4C7A-91BC-B0F2FBBA4A35}" type="presOf" srcId="{764BD2A1-39D0-4D6F-A7EF-75AA5F08F025}" destId="{D4ACBD15-2D99-4DB0-8333-505B63A9885C}" srcOrd="0" destOrd="1" presId="urn:microsoft.com/office/officeart/2005/8/layout/hList1"/>
    <dgm:cxn modelId="{15CDF959-B392-437C-9104-1AEC09F0C1B2}" srcId="{B132F8C9-B1EF-493F-88B6-95228C3ED9F2}" destId="{D9E03489-C64B-4CBE-A13D-4DB3EF21C2B5}" srcOrd="1" destOrd="0" parTransId="{FB1174B5-A252-4030-8013-7E310C37E2C8}" sibTransId="{80F1240F-C70E-4C3D-855B-174F9778E533}"/>
    <dgm:cxn modelId="{4FCF918E-160D-4F82-BD7C-9D47926F81B3}" srcId="{5E034EC0-1F09-4C11-B91C-5FD7192FFAD0}" destId="{C9092583-C8A9-42E9-9B29-EBAC6F9C83AC}" srcOrd="1" destOrd="0" parTransId="{5201AB57-FA0A-419F-B725-377BEF0AFEE0}" sibTransId="{7FE4919B-ADEE-4934-B3BB-B79F500D1E2B}"/>
    <dgm:cxn modelId="{F1F7E098-78A4-4A88-A72E-5A6EA25F037D}" type="presOf" srcId="{C86F4B48-4ABD-436A-96A0-093912CFEE92}" destId="{8FACC288-4BB2-45DB-927E-24A9C0CFB23C}" srcOrd="0" destOrd="0" presId="urn:microsoft.com/office/officeart/2005/8/layout/hList1"/>
    <dgm:cxn modelId="{CE61B79E-06D6-4797-9849-418E77DEE145}" srcId="{C9467325-D8BD-4740-8CA7-4E9B7DB790E4}" destId="{612B6C09-D1EA-450D-8EC6-927438BF7DD4}" srcOrd="1" destOrd="0" parTransId="{97F81858-493E-4971-AA76-7AF5E0F7019C}" sibTransId="{5D6A918E-DFAF-471A-90AF-E400C972619C}"/>
    <dgm:cxn modelId="{47D6BCB9-658D-4FE4-894F-E8D6E8A06A65}" type="presOf" srcId="{D9E03489-C64B-4CBE-A13D-4DB3EF21C2B5}" destId="{13A3D453-5069-4D84-92DC-4E19FC1DF2DC}" srcOrd="0" destOrd="2" presId="urn:microsoft.com/office/officeart/2005/8/layout/hList1"/>
    <dgm:cxn modelId="{7EB8C4B9-3EC5-4007-9F07-2A351D319149}" srcId="{5E034EC0-1F09-4C11-B91C-5FD7192FFAD0}" destId="{C0C21397-18AE-42A1-A251-F0F4312BAF85}" srcOrd="2" destOrd="0" parTransId="{AA94E681-7747-4E6A-9048-FA7E7DFDE518}" sibTransId="{31F7129D-71B5-4A9F-BF90-B9C6A708F113}"/>
    <dgm:cxn modelId="{BDDEEDBB-7FAE-4549-99B4-2C3F6544C7EE}" srcId="{5E034EC0-1F09-4C11-B91C-5FD7192FFAD0}" destId="{6877767C-C423-47E0-9F7F-AD376A3DBF51}" srcOrd="3" destOrd="0" parTransId="{9B87F0B8-2B5E-4220-9752-031747A81D1A}" sibTransId="{E85A3EDA-4C42-4852-A528-78310C14E490}"/>
    <dgm:cxn modelId="{2C9189BD-CAFF-4467-9068-35272C9CEB8A}" srcId="{307FB762-B7B6-45DD-9086-E8459A121676}" destId="{7FF35867-9887-4A5A-81C4-353C951621A7}" srcOrd="0" destOrd="0" parTransId="{620B74D9-B619-46A3-B9C2-A89F52314EC0}" sibTransId="{F6BEFCB7-573C-4FD9-A36E-9228B5669599}"/>
    <dgm:cxn modelId="{43E4EAC2-A94E-42DA-B665-1ECE5F5FF3E1}" type="presOf" srcId="{155F01F3-C2F6-4FE5-B233-06CB67BBA611}" destId="{13A3D453-5069-4D84-92DC-4E19FC1DF2DC}" srcOrd="0" destOrd="1" presId="urn:microsoft.com/office/officeart/2005/8/layout/hList1"/>
    <dgm:cxn modelId="{7B6304C6-098F-4F21-81B6-D28AF8028E6C}" srcId="{C86F4B48-4ABD-436A-96A0-093912CFEE92}" destId="{307FB762-B7B6-45DD-9086-E8459A121676}" srcOrd="0" destOrd="0" parTransId="{6CDB761B-D1C3-4B81-996C-AA3FF7E8CE4B}" sibTransId="{84A4166C-5FA3-456A-8E6A-064EB90DA20C}"/>
    <dgm:cxn modelId="{A617BBC8-7916-494C-8BE2-620FC4CBCF69}" srcId="{D294A4F5-8186-462D-897A-88C5B6F60750}" destId="{905BB8F2-7287-42A6-8D3F-1F240708D35B}" srcOrd="1" destOrd="0" parTransId="{0083F239-A841-410E-BDC7-A1BD499B386B}" sibTransId="{9DA85F1F-EB60-4B35-8BF3-EB6BBE90BC03}"/>
    <dgm:cxn modelId="{91C552CB-CBED-45DE-B9D4-323D037AAD93}" srcId="{D294A4F5-8186-462D-897A-88C5B6F60750}" destId="{764BD2A1-39D0-4D6F-A7EF-75AA5F08F025}" srcOrd="0" destOrd="0" parTransId="{A4580545-6102-4555-B571-0C5BCA8061AB}" sibTransId="{018D94D3-F345-40F2-A7E3-4C8C7EA6C604}"/>
    <dgm:cxn modelId="{1AC412D1-60FB-4D6D-BD27-20A95602779A}" type="presOf" srcId="{0EAAA96F-373B-477A-8520-3FD61897D968}" destId="{1130914B-E173-49E0-AE38-BA662C4A0517}" srcOrd="0" destOrd="1" presId="urn:microsoft.com/office/officeart/2005/8/layout/hList1"/>
    <dgm:cxn modelId="{EA58C6D3-5A5B-4F17-A022-08E26FAA82CE}" type="presOf" srcId="{C0C21397-18AE-42A1-A251-F0F4312BAF85}" destId="{E6CFA296-177E-41E8-A3E7-3CD18983782C}" srcOrd="0" destOrd="0" presId="urn:microsoft.com/office/officeart/2005/8/layout/hList1"/>
    <dgm:cxn modelId="{FA80E2D5-5E14-4CCB-9004-82E9BC1789A9}" type="presOf" srcId="{D294A4F5-8186-462D-897A-88C5B6F60750}" destId="{D4ACBD15-2D99-4DB0-8333-505B63A9885C}" srcOrd="0" destOrd="0" presId="urn:microsoft.com/office/officeart/2005/8/layout/hList1"/>
    <dgm:cxn modelId="{2047CEDD-FAB1-49F9-9B41-AF9B9D384669}" srcId="{B132F8C9-B1EF-493F-88B6-95228C3ED9F2}" destId="{155F01F3-C2F6-4FE5-B233-06CB67BBA611}" srcOrd="0" destOrd="0" parTransId="{49EA9E37-1C42-41DB-A71D-E071DD25B41D}" sibTransId="{FD361396-5B37-4512-8492-9318E7DAC755}"/>
    <dgm:cxn modelId="{724644E0-5008-450A-A111-9F6B654A156A}" srcId="{C9467325-D8BD-4740-8CA7-4E9B7DB790E4}" destId="{0EAAA96F-373B-477A-8520-3FD61897D968}" srcOrd="0" destOrd="0" parTransId="{2927E1F2-589E-4707-97E8-ACD985E4576C}" sibTransId="{5FEBED97-54F6-4C53-BD04-425558F1DB58}"/>
    <dgm:cxn modelId="{F17094F4-9C39-4610-8F13-3C8A920D30FB}" srcId="{5E034EC0-1F09-4C11-B91C-5FD7192FFAD0}" destId="{C86F4B48-4ABD-436A-96A0-093912CFEE92}" srcOrd="0" destOrd="0" parTransId="{13DC847A-1CA1-4085-83A8-2ADC3221ED62}" sibTransId="{D52A00C2-B71D-4683-90C0-15EC661F9B6A}"/>
    <dgm:cxn modelId="{6D482DF5-8F79-498D-8F1F-669B625247D6}" srcId="{C9092583-C8A9-42E9-9B29-EBAC6F9C83AC}" destId="{C9467325-D8BD-4740-8CA7-4E9B7DB790E4}" srcOrd="0" destOrd="0" parTransId="{C9017532-D4A8-4B72-9C6B-BE44ED10BB3E}" sibTransId="{856B2F83-86AC-4EC6-A6FE-92942D4A957D}"/>
    <dgm:cxn modelId="{4AA2FEFE-C807-40C8-82AB-5E6C109F426F}" type="presOf" srcId="{6A0551A7-271B-47DC-9220-71FF8CABB0AD}" destId="{D4ACBD15-2D99-4DB0-8333-505B63A9885C}" srcOrd="0" destOrd="3" presId="urn:microsoft.com/office/officeart/2005/8/layout/hList1"/>
    <dgm:cxn modelId="{55ED9063-682A-4697-99D3-0E4A0D99B32F}" type="presParOf" srcId="{4AB598F8-A07E-42A7-9C66-23D0700B0860}" destId="{BE2E530F-E386-45D3-81FC-E6C19BCA3212}" srcOrd="0" destOrd="0" presId="urn:microsoft.com/office/officeart/2005/8/layout/hList1"/>
    <dgm:cxn modelId="{CE5799A4-0092-4224-973A-855765537371}" type="presParOf" srcId="{BE2E530F-E386-45D3-81FC-E6C19BCA3212}" destId="{8FACC288-4BB2-45DB-927E-24A9C0CFB23C}" srcOrd="0" destOrd="0" presId="urn:microsoft.com/office/officeart/2005/8/layout/hList1"/>
    <dgm:cxn modelId="{A7A47D5C-82A7-4BEB-AAA1-6E5449328DA0}" type="presParOf" srcId="{BE2E530F-E386-45D3-81FC-E6C19BCA3212}" destId="{94838C38-A265-4542-A826-292672E62B05}" srcOrd="1" destOrd="0" presId="urn:microsoft.com/office/officeart/2005/8/layout/hList1"/>
    <dgm:cxn modelId="{01A56B9E-FCC1-41E0-AD52-EA379975910C}" type="presParOf" srcId="{4AB598F8-A07E-42A7-9C66-23D0700B0860}" destId="{9AE5C4C0-FADD-4F4C-AE28-8CB76114B622}" srcOrd="1" destOrd="0" presId="urn:microsoft.com/office/officeart/2005/8/layout/hList1"/>
    <dgm:cxn modelId="{53094A36-B467-4C1D-94B2-F2F62112DFFC}" type="presParOf" srcId="{4AB598F8-A07E-42A7-9C66-23D0700B0860}" destId="{89CCF802-A9CE-4ABA-84EE-B8B94DB0A7CD}" srcOrd="2" destOrd="0" presId="urn:microsoft.com/office/officeart/2005/8/layout/hList1"/>
    <dgm:cxn modelId="{314A8819-D4A7-43C3-B175-76ECDA282064}" type="presParOf" srcId="{89CCF802-A9CE-4ABA-84EE-B8B94DB0A7CD}" destId="{E7040CB0-CBE1-429E-A659-81CAD48BE20C}" srcOrd="0" destOrd="0" presId="urn:microsoft.com/office/officeart/2005/8/layout/hList1"/>
    <dgm:cxn modelId="{67EFCC22-95C3-44B0-A808-C53FD580AEAC}" type="presParOf" srcId="{89CCF802-A9CE-4ABA-84EE-B8B94DB0A7CD}" destId="{1130914B-E173-49E0-AE38-BA662C4A0517}" srcOrd="1" destOrd="0" presId="urn:microsoft.com/office/officeart/2005/8/layout/hList1"/>
    <dgm:cxn modelId="{B5AEAC8E-AA42-40CF-BA86-F66E04ED0F21}" type="presParOf" srcId="{4AB598F8-A07E-42A7-9C66-23D0700B0860}" destId="{9982F947-6FD5-44B1-BDAF-C11D8B78EF86}" srcOrd="3" destOrd="0" presId="urn:microsoft.com/office/officeart/2005/8/layout/hList1"/>
    <dgm:cxn modelId="{31FBD80A-C46B-4FDE-8EE8-788D709E5CB2}" type="presParOf" srcId="{4AB598F8-A07E-42A7-9C66-23D0700B0860}" destId="{29DB847B-D691-459A-9A30-8CF5D9085D8F}" srcOrd="4" destOrd="0" presId="urn:microsoft.com/office/officeart/2005/8/layout/hList1"/>
    <dgm:cxn modelId="{E862228B-C16D-4E84-96D2-485C21EE082D}" type="presParOf" srcId="{29DB847B-D691-459A-9A30-8CF5D9085D8F}" destId="{E6CFA296-177E-41E8-A3E7-3CD18983782C}" srcOrd="0" destOrd="0" presId="urn:microsoft.com/office/officeart/2005/8/layout/hList1"/>
    <dgm:cxn modelId="{7208E091-E89D-476E-9E34-960B99744D8C}" type="presParOf" srcId="{29DB847B-D691-459A-9A30-8CF5D9085D8F}" destId="{13A3D453-5069-4D84-92DC-4E19FC1DF2DC}" srcOrd="1" destOrd="0" presId="urn:microsoft.com/office/officeart/2005/8/layout/hList1"/>
    <dgm:cxn modelId="{88FC752B-F70B-4451-B2ED-8980CFAB1434}" type="presParOf" srcId="{4AB598F8-A07E-42A7-9C66-23D0700B0860}" destId="{1614D42F-03FF-4DB2-A694-AA9F612F1DA1}" srcOrd="5" destOrd="0" presId="urn:microsoft.com/office/officeart/2005/8/layout/hList1"/>
    <dgm:cxn modelId="{40772F36-FE7C-4C51-9802-FC8A04055402}" type="presParOf" srcId="{4AB598F8-A07E-42A7-9C66-23D0700B0860}" destId="{094302FF-7414-4B7E-81A1-64F0F7317EA9}" srcOrd="6" destOrd="0" presId="urn:microsoft.com/office/officeart/2005/8/layout/hList1"/>
    <dgm:cxn modelId="{76A549F6-7940-4FD2-A6C0-E6FFB8D78824}" type="presParOf" srcId="{094302FF-7414-4B7E-81A1-64F0F7317EA9}" destId="{1D2B8C72-7B17-4BE9-8556-EEA32EA91F43}" srcOrd="0" destOrd="0" presId="urn:microsoft.com/office/officeart/2005/8/layout/hList1"/>
    <dgm:cxn modelId="{0D5F8607-030E-42AB-B94B-7B6F0AC191F3}" type="presParOf" srcId="{094302FF-7414-4B7E-81A1-64F0F7317EA9}" destId="{D4ACBD15-2D99-4DB0-8333-505B63A9885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14036C-7718-4AB4-A1A1-072784EE282E}" type="doc">
      <dgm:prSet loTypeId="urn:microsoft.com/office/officeart/2005/8/layout/chevron1" loCatId="process" qsTypeId="urn:microsoft.com/office/officeart/2005/8/quickstyle/simple1#8" qsCatId="simple" csTypeId="urn:microsoft.com/office/officeart/2005/8/colors/accent1_2#9" csCatId="accent1" phldr="1"/>
      <dgm:spPr/>
      <dgm:t>
        <a:bodyPr/>
        <a:lstStyle/>
        <a:p>
          <a:endParaRPr lang="en-IN"/>
        </a:p>
      </dgm:t>
    </dgm:pt>
    <dgm:pt modelId="{E429B58A-8D25-4386-832A-96C8DDA89ECB}">
      <dgm:prSet custT="1"/>
      <dgm:spPr/>
      <dgm:t>
        <a:bodyPr/>
        <a:lstStyle/>
        <a:p>
          <a:r>
            <a:rPr lang="en-IN" sz="1800" b="1" dirty="0"/>
            <a:t>Technical</a:t>
          </a:r>
          <a:endParaRPr lang="en-IN" sz="1800" dirty="0"/>
        </a:p>
      </dgm:t>
    </dgm:pt>
    <dgm:pt modelId="{5A406D4F-7B20-4465-8DC0-6AF98973CF8C}" type="parTrans" cxnId="{120F66FE-49FD-4F5C-B351-04673223B88E}">
      <dgm:prSet/>
      <dgm:spPr/>
      <dgm:t>
        <a:bodyPr/>
        <a:lstStyle/>
        <a:p>
          <a:endParaRPr lang="en-IN" sz="1800"/>
        </a:p>
      </dgm:t>
    </dgm:pt>
    <dgm:pt modelId="{C94AAF99-8822-4602-9F08-49C33F7F0108}" type="sibTrans" cxnId="{120F66FE-49FD-4F5C-B351-04673223B88E}">
      <dgm:prSet/>
      <dgm:spPr/>
      <dgm:t>
        <a:bodyPr/>
        <a:lstStyle/>
        <a:p>
          <a:endParaRPr lang="en-IN" sz="1800"/>
        </a:p>
      </dgm:t>
    </dgm:pt>
    <dgm:pt modelId="{0FAB28B2-B51B-4980-B07E-299BED6CBF80}">
      <dgm:prSet custT="1"/>
      <dgm:spPr/>
      <dgm:t>
        <a:bodyPr/>
        <a:lstStyle/>
        <a:p>
          <a:r>
            <a:rPr lang="en-IN" sz="1800" b="1" dirty="0"/>
            <a:t>Operational</a:t>
          </a:r>
          <a:endParaRPr lang="en-IN" sz="1800" dirty="0"/>
        </a:p>
      </dgm:t>
    </dgm:pt>
    <dgm:pt modelId="{F6C536A6-8FC2-41FD-A73C-FFB286B44DE2}" type="parTrans" cxnId="{7F630BDF-0B1C-482C-99B6-8A7825F5F859}">
      <dgm:prSet/>
      <dgm:spPr/>
      <dgm:t>
        <a:bodyPr/>
        <a:lstStyle/>
        <a:p>
          <a:endParaRPr lang="en-IN" sz="1800"/>
        </a:p>
      </dgm:t>
    </dgm:pt>
    <dgm:pt modelId="{5FCA0498-9512-4D1F-9CE9-46C2D699E122}" type="sibTrans" cxnId="{7F630BDF-0B1C-482C-99B6-8A7825F5F859}">
      <dgm:prSet/>
      <dgm:spPr/>
      <dgm:t>
        <a:bodyPr/>
        <a:lstStyle/>
        <a:p>
          <a:endParaRPr lang="en-IN" sz="1800"/>
        </a:p>
      </dgm:t>
    </dgm:pt>
    <dgm:pt modelId="{49F15C6A-660B-4744-853D-3A7417F44316}">
      <dgm:prSet custT="1"/>
      <dgm:spPr/>
      <dgm:t>
        <a:bodyPr/>
        <a:lstStyle/>
        <a:p>
          <a:r>
            <a:rPr lang="en-IN" sz="1800" b="1"/>
            <a:t>Economic</a:t>
          </a:r>
          <a:endParaRPr lang="en-IN" sz="1800" dirty="0"/>
        </a:p>
      </dgm:t>
    </dgm:pt>
    <dgm:pt modelId="{0F182BA0-7A6F-49ED-877A-2B5A37B6B45E}" type="parTrans" cxnId="{24B0D72B-65B2-4917-BFA7-74F6F04894BE}">
      <dgm:prSet/>
      <dgm:spPr/>
      <dgm:t>
        <a:bodyPr/>
        <a:lstStyle/>
        <a:p>
          <a:endParaRPr lang="en-IN" sz="1800"/>
        </a:p>
      </dgm:t>
    </dgm:pt>
    <dgm:pt modelId="{83478555-0DD4-4B17-BAD2-38DB6277E169}" type="sibTrans" cxnId="{24B0D72B-65B2-4917-BFA7-74F6F04894BE}">
      <dgm:prSet/>
      <dgm:spPr/>
      <dgm:t>
        <a:bodyPr/>
        <a:lstStyle/>
        <a:p>
          <a:endParaRPr lang="en-IN" sz="1800"/>
        </a:p>
      </dgm:t>
    </dgm:pt>
    <dgm:pt modelId="{50548C30-7EFD-4116-84AA-242449DBBEF1}">
      <dgm:prSet custT="1"/>
      <dgm:spPr/>
      <dgm:t>
        <a:bodyPr/>
        <a:lstStyle/>
        <a:p>
          <a:r>
            <a:rPr lang="en-IN" sz="1800" b="1" dirty="0"/>
            <a:t>Legal &amp; Ethical</a:t>
          </a:r>
          <a:endParaRPr lang="en-IN" sz="1800" dirty="0"/>
        </a:p>
      </dgm:t>
    </dgm:pt>
    <dgm:pt modelId="{869F66BD-4BF5-4966-B270-C56FB60B4913}" type="sibTrans" cxnId="{704D307B-B3F5-413D-A258-3BF8F32F0A73}">
      <dgm:prSet/>
      <dgm:spPr/>
      <dgm:t>
        <a:bodyPr/>
        <a:lstStyle/>
        <a:p>
          <a:endParaRPr lang="en-IN" sz="1800"/>
        </a:p>
      </dgm:t>
    </dgm:pt>
    <dgm:pt modelId="{9868AAD4-B339-4ED7-9D8C-97E7F3049416}" type="parTrans" cxnId="{704D307B-B3F5-413D-A258-3BF8F32F0A73}">
      <dgm:prSet/>
      <dgm:spPr/>
      <dgm:t>
        <a:bodyPr/>
        <a:lstStyle/>
        <a:p>
          <a:endParaRPr lang="en-IN" sz="1800"/>
        </a:p>
      </dgm:t>
    </dgm:pt>
    <dgm:pt modelId="{117BC8DD-5A2A-4C59-8EC1-DA085A8242A6}" type="pres">
      <dgm:prSet presAssocID="{0F14036C-7718-4AB4-A1A1-072784EE282E}" presName="Name0" presStyleCnt="0">
        <dgm:presLayoutVars>
          <dgm:dir/>
          <dgm:animLvl val="lvl"/>
          <dgm:resizeHandles val="exact"/>
        </dgm:presLayoutVars>
      </dgm:prSet>
      <dgm:spPr/>
    </dgm:pt>
    <dgm:pt modelId="{CB7E4D29-28E2-4057-A72F-CCFF26E535ED}" type="pres">
      <dgm:prSet presAssocID="{E429B58A-8D25-4386-832A-96C8DDA89ECB}" presName="parTxOnly" presStyleLbl="node1" presStyleIdx="0" presStyleCnt="4" custLinFactNeighborX="-29883" custLinFactNeighborY="0">
        <dgm:presLayoutVars>
          <dgm:chMax val="0"/>
          <dgm:chPref val="0"/>
          <dgm:bulletEnabled val="1"/>
        </dgm:presLayoutVars>
      </dgm:prSet>
      <dgm:spPr/>
    </dgm:pt>
    <dgm:pt modelId="{D5BABA72-7B9A-4BA2-9F85-E4B3A0D53505}" type="pres">
      <dgm:prSet presAssocID="{C94AAF99-8822-4602-9F08-49C33F7F0108}" presName="parTxOnlySpace" presStyleCnt="0"/>
      <dgm:spPr/>
    </dgm:pt>
    <dgm:pt modelId="{73D98DC2-5B1A-4BFB-97AD-172889F9948F}" type="pres">
      <dgm:prSet presAssocID="{0FAB28B2-B51B-4980-B07E-299BED6CBF8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E90D9F1-D6C0-4D8D-AD76-1C01946ACBCA}" type="pres">
      <dgm:prSet presAssocID="{5FCA0498-9512-4D1F-9CE9-46C2D699E122}" presName="parTxOnlySpace" presStyleCnt="0"/>
      <dgm:spPr/>
    </dgm:pt>
    <dgm:pt modelId="{DFC3D5F7-4F0C-425C-9C73-A60CCD7BA36B}" type="pres">
      <dgm:prSet presAssocID="{49F15C6A-660B-4744-853D-3A7417F44316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1638A36-51F0-4C3E-9B18-C453FCB2CCAF}" type="pres">
      <dgm:prSet presAssocID="{83478555-0DD4-4B17-BAD2-38DB6277E169}" presName="parTxOnlySpace" presStyleCnt="0"/>
      <dgm:spPr/>
    </dgm:pt>
    <dgm:pt modelId="{CFBE5402-96E1-4CFD-98C8-3FAEE6306296}" type="pres">
      <dgm:prSet presAssocID="{50548C30-7EFD-4116-84AA-242449DBBEF1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702831B-9F68-47D4-893D-E9731D3AD2F2}" type="presOf" srcId="{50548C30-7EFD-4116-84AA-242449DBBEF1}" destId="{CFBE5402-96E1-4CFD-98C8-3FAEE6306296}" srcOrd="0" destOrd="0" presId="urn:microsoft.com/office/officeart/2005/8/layout/chevron1"/>
    <dgm:cxn modelId="{24B0D72B-65B2-4917-BFA7-74F6F04894BE}" srcId="{0F14036C-7718-4AB4-A1A1-072784EE282E}" destId="{49F15C6A-660B-4744-853D-3A7417F44316}" srcOrd="2" destOrd="0" parTransId="{0F182BA0-7A6F-49ED-877A-2B5A37B6B45E}" sibTransId="{83478555-0DD4-4B17-BAD2-38DB6277E169}"/>
    <dgm:cxn modelId="{704D307B-B3F5-413D-A258-3BF8F32F0A73}" srcId="{0F14036C-7718-4AB4-A1A1-072784EE282E}" destId="{50548C30-7EFD-4116-84AA-242449DBBEF1}" srcOrd="3" destOrd="0" parTransId="{9868AAD4-B339-4ED7-9D8C-97E7F3049416}" sibTransId="{869F66BD-4BF5-4966-B270-C56FB60B4913}"/>
    <dgm:cxn modelId="{C99A059B-27CA-4028-8562-A9DB6BA0BFD8}" type="presOf" srcId="{49F15C6A-660B-4744-853D-3A7417F44316}" destId="{DFC3D5F7-4F0C-425C-9C73-A60CCD7BA36B}" srcOrd="0" destOrd="0" presId="urn:microsoft.com/office/officeart/2005/8/layout/chevron1"/>
    <dgm:cxn modelId="{2B7CD9C8-6144-4FD0-84AD-6394D8FF0085}" type="presOf" srcId="{0FAB28B2-B51B-4980-B07E-299BED6CBF80}" destId="{73D98DC2-5B1A-4BFB-97AD-172889F9948F}" srcOrd="0" destOrd="0" presId="urn:microsoft.com/office/officeart/2005/8/layout/chevron1"/>
    <dgm:cxn modelId="{61B8F4D7-F8BA-4A5C-8CE1-13B63EE170E0}" type="presOf" srcId="{0F14036C-7718-4AB4-A1A1-072784EE282E}" destId="{117BC8DD-5A2A-4C59-8EC1-DA085A8242A6}" srcOrd="0" destOrd="0" presId="urn:microsoft.com/office/officeart/2005/8/layout/chevron1"/>
    <dgm:cxn modelId="{794781DC-DAD3-4BDE-AC82-B18A8C0FF8B8}" type="presOf" srcId="{E429B58A-8D25-4386-832A-96C8DDA89ECB}" destId="{CB7E4D29-28E2-4057-A72F-CCFF26E535ED}" srcOrd="0" destOrd="0" presId="urn:microsoft.com/office/officeart/2005/8/layout/chevron1"/>
    <dgm:cxn modelId="{7F630BDF-0B1C-482C-99B6-8A7825F5F859}" srcId="{0F14036C-7718-4AB4-A1A1-072784EE282E}" destId="{0FAB28B2-B51B-4980-B07E-299BED6CBF80}" srcOrd="1" destOrd="0" parTransId="{F6C536A6-8FC2-41FD-A73C-FFB286B44DE2}" sibTransId="{5FCA0498-9512-4D1F-9CE9-46C2D699E122}"/>
    <dgm:cxn modelId="{120F66FE-49FD-4F5C-B351-04673223B88E}" srcId="{0F14036C-7718-4AB4-A1A1-072784EE282E}" destId="{E429B58A-8D25-4386-832A-96C8DDA89ECB}" srcOrd="0" destOrd="0" parTransId="{5A406D4F-7B20-4465-8DC0-6AF98973CF8C}" sibTransId="{C94AAF99-8822-4602-9F08-49C33F7F0108}"/>
    <dgm:cxn modelId="{487EEA2D-5B53-45E9-8774-AE87C10C1798}" type="presParOf" srcId="{117BC8DD-5A2A-4C59-8EC1-DA085A8242A6}" destId="{CB7E4D29-28E2-4057-A72F-CCFF26E535ED}" srcOrd="0" destOrd="0" presId="urn:microsoft.com/office/officeart/2005/8/layout/chevron1"/>
    <dgm:cxn modelId="{7E6686E9-9575-4B2E-BE95-C66CE3B2C005}" type="presParOf" srcId="{117BC8DD-5A2A-4C59-8EC1-DA085A8242A6}" destId="{D5BABA72-7B9A-4BA2-9F85-E4B3A0D53505}" srcOrd="1" destOrd="0" presId="urn:microsoft.com/office/officeart/2005/8/layout/chevron1"/>
    <dgm:cxn modelId="{7F46961C-2D84-4917-B87D-65B230B354C1}" type="presParOf" srcId="{117BC8DD-5A2A-4C59-8EC1-DA085A8242A6}" destId="{73D98DC2-5B1A-4BFB-97AD-172889F9948F}" srcOrd="2" destOrd="0" presId="urn:microsoft.com/office/officeart/2005/8/layout/chevron1"/>
    <dgm:cxn modelId="{50A4BAA3-07A2-4EE5-96C9-F6D1B07C2C6A}" type="presParOf" srcId="{117BC8DD-5A2A-4C59-8EC1-DA085A8242A6}" destId="{DE90D9F1-D6C0-4D8D-AD76-1C01946ACBCA}" srcOrd="3" destOrd="0" presId="urn:microsoft.com/office/officeart/2005/8/layout/chevron1"/>
    <dgm:cxn modelId="{BF7E8672-E431-4B1C-AFB0-142A646CD4EA}" type="presParOf" srcId="{117BC8DD-5A2A-4C59-8EC1-DA085A8242A6}" destId="{DFC3D5F7-4F0C-425C-9C73-A60CCD7BA36B}" srcOrd="4" destOrd="0" presId="urn:microsoft.com/office/officeart/2005/8/layout/chevron1"/>
    <dgm:cxn modelId="{5CA4F1B5-2D23-4735-8EAC-2134CF2D0E38}" type="presParOf" srcId="{117BC8DD-5A2A-4C59-8EC1-DA085A8242A6}" destId="{81638A36-51F0-4C3E-9B18-C453FCB2CCAF}" srcOrd="5" destOrd="0" presId="urn:microsoft.com/office/officeart/2005/8/layout/chevron1"/>
    <dgm:cxn modelId="{9BE54A4D-C6FB-4F4E-BAA3-A69E0279D102}" type="presParOf" srcId="{117BC8DD-5A2A-4C59-8EC1-DA085A8242A6}" destId="{CFBE5402-96E1-4CFD-98C8-3FAEE630629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726421-CD95-4E1C-8091-7201C3B41367}" type="doc">
      <dgm:prSet loTypeId="urn:microsoft.com/office/officeart/2005/8/layout/chevron1" loCatId="process" qsTypeId="urn:microsoft.com/office/officeart/2005/8/quickstyle/simple1#9" qsCatId="simple" csTypeId="urn:microsoft.com/office/officeart/2005/8/colors/accent1_2#10" csCatId="accent1" phldr="1"/>
      <dgm:spPr/>
      <dgm:t>
        <a:bodyPr/>
        <a:lstStyle/>
        <a:p>
          <a:endParaRPr lang="en-IN"/>
        </a:p>
      </dgm:t>
    </dgm:pt>
    <dgm:pt modelId="{C9F84FA3-4A85-4F18-AC02-0872D78A43B6}">
      <dgm:prSet custT="1"/>
      <dgm:spPr/>
      <dgm:t>
        <a:bodyPr/>
        <a:lstStyle/>
        <a:p>
          <a:r>
            <a:rPr lang="en-US" sz="1800" b="1" dirty="0"/>
            <a:t>Data Collection &amp; Verification</a:t>
          </a:r>
          <a:endParaRPr lang="en-IN" sz="1800" dirty="0"/>
        </a:p>
      </dgm:t>
    </dgm:pt>
    <dgm:pt modelId="{A744B457-D72A-4014-8678-001921D72268}" type="parTrans" cxnId="{0E2144F2-220B-4F2B-B75D-FB231CD00907}">
      <dgm:prSet/>
      <dgm:spPr/>
      <dgm:t>
        <a:bodyPr/>
        <a:lstStyle/>
        <a:p>
          <a:endParaRPr lang="en-IN" sz="1800"/>
        </a:p>
      </dgm:t>
    </dgm:pt>
    <dgm:pt modelId="{F0A06F34-1DE8-44EF-9C98-8EE77C6F9EDC}" type="sibTrans" cxnId="{0E2144F2-220B-4F2B-B75D-FB231CD00907}">
      <dgm:prSet/>
      <dgm:spPr/>
      <dgm:t>
        <a:bodyPr/>
        <a:lstStyle/>
        <a:p>
          <a:endParaRPr lang="en-IN" sz="1800"/>
        </a:p>
      </dgm:t>
    </dgm:pt>
    <dgm:pt modelId="{1640C9AC-CEA4-4866-A4D1-BDC884D1B8BE}">
      <dgm:prSet custT="1"/>
      <dgm:spPr/>
      <dgm:t>
        <a:bodyPr/>
        <a:lstStyle/>
        <a:p>
          <a:r>
            <a:rPr lang="en-US" sz="1800" b="1" dirty="0"/>
            <a:t>Privacy &amp; Security</a:t>
          </a:r>
          <a:endParaRPr lang="en-IN" sz="1800" dirty="0"/>
        </a:p>
      </dgm:t>
    </dgm:pt>
    <dgm:pt modelId="{5797FDD5-9ABB-44FC-8269-1F02DF2100A9}" type="parTrans" cxnId="{00BF0A26-F2EE-4E6F-A9EC-7FD839F26C10}">
      <dgm:prSet/>
      <dgm:spPr/>
      <dgm:t>
        <a:bodyPr/>
        <a:lstStyle/>
        <a:p>
          <a:endParaRPr lang="en-IN" sz="1800"/>
        </a:p>
      </dgm:t>
    </dgm:pt>
    <dgm:pt modelId="{8BACB7CD-4A5F-4F26-B15D-844FD99F27BB}" type="sibTrans" cxnId="{00BF0A26-F2EE-4E6F-A9EC-7FD839F26C10}">
      <dgm:prSet/>
      <dgm:spPr/>
      <dgm:t>
        <a:bodyPr/>
        <a:lstStyle/>
        <a:p>
          <a:endParaRPr lang="en-IN" sz="1800"/>
        </a:p>
      </dgm:t>
    </dgm:pt>
    <dgm:pt modelId="{50D61B25-12EB-4FB3-AD5C-5972EDC3ADEA}">
      <dgm:prSet custT="1"/>
      <dgm:spPr/>
      <dgm:t>
        <a:bodyPr/>
        <a:lstStyle/>
        <a:p>
          <a:r>
            <a:rPr lang="en-US" sz="1800" b="1" dirty="0"/>
            <a:t>Technical Challenges</a:t>
          </a:r>
          <a:endParaRPr lang="en-IN" sz="1800" dirty="0"/>
        </a:p>
      </dgm:t>
    </dgm:pt>
    <dgm:pt modelId="{CA9E8C00-B23F-4375-BA32-71D6F3E981FB}" type="parTrans" cxnId="{C44AC279-5E12-422D-B4BD-9AD4A61165D9}">
      <dgm:prSet/>
      <dgm:spPr/>
      <dgm:t>
        <a:bodyPr/>
        <a:lstStyle/>
        <a:p>
          <a:endParaRPr lang="en-IN" sz="1800"/>
        </a:p>
      </dgm:t>
    </dgm:pt>
    <dgm:pt modelId="{7884366E-6AB5-4DDA-9547-E09E237C0F89}" type="sibTrans" cxnId="{C44AC279-5E12-422D-B4BD-9AD4A61165D9}">
      <dgm:prSet/>
      <dgm:spPr/>
      <dgm:t>
        <a:bodyPr/>
        <a:lstStyle/>
        <a:p>
          <a:endParaRPr lang="en-IN" sz="1800"/>
        </a:p>
      </dgm:t>
    </dgm:pt>
    <dgm:pt modelId="{116C1957-207F-4CDE-863B-910442905E57}">
      <dgm:prSet custT="1"/>
      <dgm:spPr/>
      <dgm:t>
        <a:bodyPr/>
        <a:lstStyle/>
        <a:p>
          <a:r>
            <a:rPr lang="en-US" sz="1800" b="1" dirty="0"/>
            <a:t>User participation</a:t>
          </a:r>
          <a:endParaRPr lang="en-IN" sz="1800" b="1" dirty="0"/>
        </a:p>
      </dgm:t>
    </dgm:pt>
    <dgm:pt modelId="{A55DDEC4-3F26-46C8-870C-9FA9B48D4F54}" type="parTrans" cxnId="{71AA2963-1E05-48AB-8265-28EC927F06FA}">
      <dgm:prSet/>
      <dgm:spPr/>
      <dgm:t>
        <a:bodyPr/>
        <a:lstStyle/>
        <a:p>
          <a:endParaRPr lang="en-IN" sz="1800"/>
        </a:p>
      </dgm:t>
    </dgm:pt>
    <dgm:pt modelId="{E552A2F9-07CC-4349-BDFB-8367EF91B95C}" type="sibTrans" cxnId="{71AA2963-1E05-48AB-8265-28EC927F06FA}">
      <dgm:prSet/>
      <dgm:spPr/>
      <dgm:t>
        <a:bodyPr/>
        <a:lstStyle/>
        <a:p>
          <a:endParaRPr lang="en-IN" sz="1800"/>
        </a:p>
      </dgm:t>
    </dgm:pt>
    <dgm:pt modelId="{3EE95BC4-146A-4C5D-91AA-49761A495DDC}">
      <dgm:prSet custT="1"/>
      <dgm:spPr/>
      <dgm:t>
        <a:bodyPr/>
        <a:lstStyle/>
        <a:p>
          <a:r>
            <a:rPr lang="en-US" sz="1800" b="1" dirty="0"/>
            <a:t>Solution quality </a:t>
          </a:r>
          <a:endParaRPr lang="en-IN" sz="1800" b="1" dirty="0"/>
        </a:p>
      </dgm:t>
    </dgm:pt>
    <dgm:pt modelId="{D6973BD8-4358-410D-8905-8296923EF6DF}" type="parTrans" cxnId="{FDBE9C6B-8F0B-4F77-A9CB-A93894616B47}">
      <dgm:prSet/>
      <dgm:spPr/>
      <dgm:t>
        <a:bodyPr/>
        <a:lstStyle/>
        <a:p>
          <a:endParaRPr lang="en-IN" sz="1800"/>
        </a:p>
      </dgm:t>
    </dgm:pt>
    <dgm:pt modelId="{C3B62290-4282-4465-8BCD-A3AD9068A793}" type="sibTrans" cxnId="{FDBE9C6B-8F0B-4F77-A9CB-A93894616B47}">
      <dgm:prSet/>
      <dgm:spPr/>
      <dgm:t>
        <a:bodyPr/>
        <a:lstStyle/>
        <a:p>
          <a:endParaRPr lang="en-IN" sz="1800"/>
        </a:p>
      </dgm:t>
    </dgm:pt>
    <dgm:pt modelId="{2D42069A-7FC7-4F52-BDF2-3D514C886141}" type="pres">
      <dgm:prSet presAssocID="{CE726421-CD95-4E1C-8091-7201C3B41367}" presName="Name0" presStyleCnt="0">
        <dgm:presLayoutVars>
          <dgm:dir/>
          <dgm:animLvl val="lvl"/>
          <dgm:resizeHandles val="exact"/>
        </dgm:presLayoutVars>
      </dgm:prSet>
      <dgm:spPr/>
    </dgm:pt>
    <dgm:pt modelId="{F958F4F3-BAC3-4A2B-A2A0-340C455E6D7C}" type="pres">
      <dgm:prSet presAssocID="{C9F84FA3-4A85-4F18-AC02-0872D78A43B6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D63328F3-9522-4F47-9A5F-3843A83C5987}" type="pres">
      <dgm:prSet presAssocID="{F0A06F34-1DE8-44EF-9C98-8EE77C6F9EDC}" presName="parTxOnlySpace" presStyleCnt="0"/>
      <dgm:spPr/>
    </dgm:pt>
    <dgm:pt modelId="{50C5B185-92B1-4F30-9F83-A2650B3B59BE}" type="pres">
      <dgm:prSet presAssocID="{1640C9AC-CEA4-4866-A4D1-BDC884D1B8B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230F69EC-B1B9-449C-A972-5D7EDB64924C}" type="pres">
      <dgm:prSet presAssocID="{8BACB7CD-4A5F-4F26-B15D-844FD99F27BB}" presName="parTxOnlySpace" presStyleCnt="0"/>
      <dgm:spPr/>
    </dgm:pt>
    <dgm:pt modelId="{102F15F9-D5F2-482C-81B2-6468E9D8DA29}" type="pres">
      <dgm:prSet presAssocID="{50D61B25-12EB-4FB3-AD5C-5972EDC3ADEA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12D2B124-F288-4DA9-BFE2-C1461718093C}" type="pres">
      <dgm:prSet presAssocID="{7884366E-6AB5-4DDA-9547-E09E237C0F89}" presName="parTxOnlySpace" presStyleCnt="0"/>
      <dgm:spPr/>
    </dgm:pt>
    <dgm:pt modelId="{EB18BE65-4A8D-449F-8A93-CCC2D3F364CC}" type="pres">
      <dgm:prSet presAssocID="{116C1957-207F-4CDE-863B-910442905E57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42667938-23D1-476F-B8A2-89FB8AE228FF}" type="pres">
      <dgm:prSet presAssocID="{E552A2F9-07CC-4349-BDFB-8367EF91B95C}" presName="parTxOnlySpace" presStyleCnt="0"/>
      <dgm:spPr/>
    </dgm:pt>
    <dgm:pt modelId="{91E6CA61-A6EC-4825-AD6B-1118391EE98C}" type="pres">
      <dgm:prSet presAssocID="{3EE95BC4-146A-4C5D-91AA-49761A495DDC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00BF0A26-F2EE-4E6F-A9EC-7FD839F26C10}" srcId="{CE726421-CD95-4E1C-8091-7201C3B41367}" destId="{1640C9AC-CEA4-4866-A4D1-BDC884D1B8BE}" srcOrd="1" destOrd="0" parTransId="{5797FDD5-9ABB-44FC-8269-1F02DF2100A9}" sibTransId="{8BACB7CD-4A5F-4F26-B15D-844FD99F27BB}"/>
    <dgm:cxn modelId="{1B8E9838-6E19-4036-A00A-53DE0F2303AB}" type="presOf" srcId="{CE726421-CD95-4E1C-8091-7201C3B41367}" destId="{2D42069A-7FC7-4F52-BDF2-3D514C886141}" srcOrd="0" destOrd="0" presId="urn:microsoft.com/office/officeart/2005/8/layout/chevron1"/>
    <dgm:cxn modelId="{1C182339-B3CC-47E4-A9B3-837E49A7A27D}" type="presOf" srcId="{3EE95BC4-146A-4C5D-91AA-49761A495DDC}" destId="{91E6CA61-A6EC-4825-AD6B-1118391EE98C}" srcOrd="0" destOrd="0" presId="urn:microsoft.com/office/officeart/2005/8/layout/chevron1"/>
    <dgm:cxn modelId="{71AA2963-1E05-48AB-8265-28EC927F06FA}" srcId="{CE726421-CD95-4E1C-8091-7201C3B41367}" destId="{116C1957-207F-4CDE-863B-910442905E57}" srcOrd="3" destOrd="0" parTransId="{A55DDEC4-3F26-46C8-870C-9FA9B48D4F54}" sibTransId="{E552A2F9-07CC-4349-BDFB-8367EF91B95C}"/>
    <dgm:cxn modelId="{FDBE9C6B-8F0B-4F77-A9CB-A93894616B47}" srcId="{CE726421-CD95-4E1C-8091-7201C3B41367}" destId="{3EE95BC4-146A-4C5D-91AA-49761A495DDC}" srcOrd="4" destOrd="0" parTransId="{D6973BD8-4358-410D-8905-8296923EF6DF}" sibTransId="{C3B62290-4282-4465-8BCD-A3AD9068A793}"/>
    <dgm:cxn modelId="{8CE8824C-1743-46E1-93B0-13B2839770BD}" type="presOf" srcId="{116C1957-207F-4CDE-863B-910442905E57}" destId="{EB18BE65-4A8D-449F-8A93-CCC2D3F364CC}" srcOrd="0" destOrd="0" presId="urn:microsoft.com/office/officeart/2005/8/layout/chevron1"/>
    <dgm:cxn modelId="{C44AC279-5E12-422D-B4BD-9AD4A61165D9}" srcId="{CE726421-CD95-4E1C-8091-7201C3B41367}" destId="{50D61B25-12EB-4FB3-AD5C-5972EDC3ADEA}" srcOrd="2" destOrd="0" parTransId="{CA9E8C00-B23F-4375-BA32-71D6F3E981FB}" sibTransId="{7884366E-6AB5-4DDA-9547-E09E237C0F89}"/>
    <dgm:cxn modelId="{8054B196-0526-4FE2-A23E-CAEA60254322}" type="presOf" srcId="{50D61B25-12EB-4FB3-AD5C-5972EDC3ADEA}" destId="{102F15F9-D5F2-482C-81B2-6468E9D8DA29}" srcOrd="0" destOrd="0" presId="urn:microsoft.com/office/officeart/2005/8/layout/chevron1"/>
    <dgm:cxn modelId="{B24969AD-4F26-4926-BEAE-73E7EC117CD9}" type="presOf" srcId="{C9F84FA3-4A85-4F18-AC02-0872D78A43B6}" destId="{F958F4F3-BAC3-4A2B-A2A0-340C455E6D7C}" srcOrd="0" destOrd="0" presId="urn:microsoft.com/office/officeart/2005/8/layout/chevron1"/>
    <dgm:cxn modelId="{E45B55E0-2AC1-4453-B91B-5BDA943F4DB9}" type="presOf" srcId="{1640C9AC-CEA4-4866-A4D1-BDC884D1B8BE}" destId="{50C5B185-92B1-4F30-9F83-A2650B3B59BE}" srcOrd="0" destOrd="0" presId="urn:microsoft.com/office/officeart/2005/8/layout/chevron1"/>
    <dgm:cxn modelId="{0E2144F2-220B-4F2B-B75D-FB231CD00907}" srcId="{CE726421-CD95-4E1C-8091-7201C3B41367}" destId="{C9F84FA3-4A85-4F18-AC02-0872D78A43B6}" srcOrd="0" destOrd="0" parTransId="{A744B457-D72A-4014-8678-001921D72268}" sibTransId="{F0A06F34-1DE8-44EF-9C98-8EE77C6F9EDC}"/>
    <dgm:cxn modelId="{471C78C1-D39F-4EF1-A333-47DE53C10F4F}" type="presParOf" srcId="{2D42069A-7FC7-4F52-BDF2-3D514C886141}" destId="{F958F4F3-BAC3-4A2B-A2A0-340C455E6D7C}" srcOrd="0" destOrd="0" presId="urn:microsoft.com/office/officeart/2005/8/layout/chevron1"/>
    <dgm:cxn modelId="{EC7F33B5-D53D-4D61-9352-D3F7FA48EDDC}" type="presParOf" srcId="{2D42069A-7FC7-4F52-BDF2-3D514C886141}" destId="{D63328F3-9522-4F47-9A5F-3843A83C5987}" srcOrd="1" destOrd="0" presId="urn:microsoft.com/office/officeart/2005/8/layout/chevron1"/>
    <dgm:cxn modelId="{4CB60188-7C09-4D5D-A002-8C0551E21BB5}" type="presParOf" srcId="{2D42069A-7FC7-4F52-BDF2-3D514C886141}" destId="{50C5B185-92B1-4F30-9F83-A2650B3B59BE}" srcOrd="2" destOrd="0" presId="urn:microsoft.com/office/officeart/2005/8/layout/chevron1"/>
    <dgm:cxn modelId="{6225C6B5-5E7E-44D8-8922-CA688F0C35E4}" type="presParOf" srcId="{2D42069A-7FC7-4F52-BDF2-3D514C886141}" destId="{230F69EC-B1B9-449C-A972-5D7EDB64924C}" srcOrd="3" destOrd="0" presId="urn:microsoft.com/office/officeart/2005/8/layout/chevron1"/>
    <dgm:cxn modelId="{8B744801-F98F-42EF-B489-435EB4BE37D3}" type="presParOf" srcId="{2D42069A-7FC7-4F52-BDF2-3D514C886141}" destId="{102F15F9-D5F2-482C-81B2-6468E9D8DA29}" srcOrd="4" destOrd="0" presId="urn:microsoft.com/office/officeart/2005/8/layout/chevron1"/>
    <dgm:cxn modelId="{ADAB3663-04C0-4D98-9228-30E5C63D4CB3}" type="presParOf" srcId="{2D42069A-7FC7-4F52-BDF2-3D514C886141}" destId="{12D2B124-F288-4DA9-BFE2-C1461718093C}" srcOrd="5" destOrd="0" presId="urn:microsoft.com/office/officeart/2005/8/layout/chevron1"/>
    <dgm:cxn modelId="{54B50D29-2D9F-4658-9AF5-EC9F91531C9D}" type="presParOf" srcId="{2D42069A-7FC7-4F52-BDF2-3D514C886141}" destId="{EB18BE65-4A8D-449F-8A93-CCC2D3F364CC}" srcOrd="6" destOrd="0" presId="urn:microsoft.com/office/officeart/2005/8/layout/chevron1"/>
    <dgm:cxn modelId="{150A5AF8-D4DC-453D-8381-9AAE2D8D472C}" type="presParOf" srcId="{2D42069A-7FC7-4F52-BDF2-3D514C886141}" destId="{42667938-23D1-476F-B8A2-89FB8AE228FF}" srcOrd="7" destOrd="0" presId="urn:microsoft.com/office/officeart/2005/8/layout/chevron1"/>
    <dgm:cxn modelId="{7DBF1DC3-D82C-4BB1-9D81-DBA0A33D1037}" type="presParOf" srcId="{2D42069A-7FC7-4F52-BDF2-3D514C886141}" destId="{91E6CA61-A6EC-4825-AD6B-1118391EE98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D7F77A0-39CC-4BA1-A73E-C65B7426F56B}" type="doc">
      <dgm:prSet loTypeId="urn:microsoft.com/office/officeart/2005/8/layout/chevron1" loCatId="process" qsTypeId="urn:microsoft.com/office/officeart/2005/8/quickstyle/simple1#10" qsCatId="simple" csTypeId="urn:microsoft.com/office/officeart/2005/8/colors/accent1_2#11" csCatId="accent1" phldr="1"/>
      <dgm:spPr/>
      <dgm:t>
        <a:bodyPr/>
        <a:lstStyle/>
        <a:p>
          <a:endParaRPr lang="en-IN"/>
        </a:p>
      </dgm:t>
    </dgm:pt>
    <dgm:pt modelId="{FAAB5190-0235-4566-A9C4-988CA29A21D3}">
      <dgm:prSet custT="1"/>
      <dgm:spPr/>
      <dgm:t>
        <a:bodyPr/>
        <a:lstStyle/>
        <a:p>
          <a:pPr>
            <a:buNone/>
          </a:pPr>
          <a:r>
            <a:rPr lang="en-IN" sz="1800" b="1" dirty="0"/>
            <a:t>Challenge Verification</a:t>
          </a:r>
        </a:p>
      </dgm:t>
    </dgm:pt>
    <dgm:pt modelId="{50095279-81CA-4B85-9188-A25695A9E097}" type="parTrans" cxnId="{229F024C-E3C0-46FE-83D7-3EF39526E692}">
      <dgm:prSet/>
      <dgm:spPr/>
      <dgm:t>
        <a:bodyPr/>
        <a:lstStyle/>
        <a:p>
          <a:endParaRPr lang="en-IN" sz="1800"/>
        </a:p>
      </dgm:t>
    </dgm:pt>
    <dgm:pt modelId="{A3064EA1-9B1D-4193-B225-4AA0B917B578}" type="sibTrans" cxnId="{229F024C-E3C0-46FE-83D7-3EF39526E692}">
      <dgm:prSet/>
      <dgm:spPr/>
      <dgm:t>
        <a:bodyPr/>
        <a:lstStyle/>
        <a:p>
          <a:endParaRPr lang="en-IN" sz="1800"/>
        </a:p>
      </dgm:t>
    </dgm:pt>
    <dgm:pt modelId="{FAE1C535-49C3-4FD2-A9C0-97C368F86CFE}">
      <dgm:prSet custT="1"/>
      <dgm:spPr/>
      <dgm:t>
        <a:bodyPr/>
        <a:lstStyle/>
        <a:p>
          <a:pPr>
            <a:buNone/>
          </a:pPr>
          <a:r>
            <a:rPr lang="en-IN" sz="1800" b="1" dirty="0"/>
            <a:t>Smart Matching</a:t>
          </a:r>
        </a:p>
      </dgm:t>
    </dgm:pt>
    <dgm:pt modelId="{399E6DFF-1485-423F-A3FF-82C2B8B59B6F}" type="parTrans" cxnId="{B7240819-4FB5-4631-BEBF-0C98BD3E9D6E}">
      <dgm:prSet/>
      <dgm:spPr/>
      <dgm:t>
        <a:bodyPr/>
        <a:lstStyle/>
        <a:p>
          <a:endParaRPr lang="en-IN" sz="1800"/>
        </a:p>
      </dgm:t>
    </dgm:pt>
    <dgm:pt modelId="{BBEF2349-4EA5-46F1-9861-FDA1814E5BDC}" type="sibTrans" cxnId="{B7240819-4FB5-4631-BEBF-0C98BD3E9D6E}">
      <dgm:prSet/>
      <dgm:spPr/>
      <dgm:t>
        <a:bodyPr/>
        <a:lstStyle/>
        <a:p>
          <a:endParaRPr lang="en-IN" sz="1800"/>
        </a:p>
      </dgm:t>
    </dgm:pt>
    <dgm:pt modelId="{9C3F41D4-895F-4641-8DA9-36AFAD6CE43B}">
      <dgm:prSet custT="1"/>
      <dgm:spPr/>
      <dgm:t>
        <a:bodyPr/>
        <a:lstStyle/>
        <a:p>
          <a:pPr>
            <a:buNone/>
          </a:pPr>
          <a:r>
            <a:rPr lang="en-IN" sz="1800" b="1" dirty="0"/>
            <a:t>Engagement System</a:t>
          </a:r>
        </a:p>
      </dgm:t>
    </dgm:pt>
    <dgm:pt modelId="{743E2CD8-72CB-440F-A18E-4B247F20ED80}" type="parTrans" cxnId="{65A13188-D191-4472-8C50-2912E52A9FFD}">
      <dgm:prSet/>
      <dgm:spPr/>
      <dgm:t>
        <a:bodyPr/>
        <a:lstStyle/>
        <a:p>
          <a:endParaRPr lang="en-IN" sz="1800"/>
        </a:p>
      </dgm:t>
    </dgm:pt>
    <dgm:pt modelId="{06853A7E-F275-449B-A76B-13EA70222315}" type="sibTrans" cxnId="{65A13188-D191-4472-8C50-2912E52A9FFD}">
      <dgm:prSet/>
      <dgm:spPr/>
      <dgm:t>
        <a:bodyPr/>
        <a:lstStyle/>
        <a:p>
          <a:endParaRPr lang="en-IN" sz="1800"/>
        </a:p>
      </dgm:t>
    </dgm:pt>
    <dgm:pt modelId="{1E5F0227-A3DF-4144-8A09-BF63050064C2}">
      <dgm:prSet custT="1"/>
      <dgm:spPr/>
      <dgm:t>
        <a:bodyPr/>
        <a:lstStyle/>
        <a:p>
          <a:pPr>
            <a:buNone/>
          </a:pPr>
          <a:r>
            <a:rPr lang="en-IN" sz="1800" b="1"/>
            <a:t>Industry Participation</a:t>
          </a:r>
          <a:endParaRPr lang="en-IN" sz="1800" b="1" dirty="0"/>
        </a:p>
      </dgm:t>
    </dgm:pt>
    <dgm:pt modelId="{83AB48FA-CBE8-40E0-8152-2D98CEBFE4F3}" type="parTrans" cxnId="{EB1A1D86-E357-442C-B248-A9AB421A6E9B}">
      <dgm:prSet/>
      <dgm:spPr/>
      <dgm:t>
        <a:bodyPr/>
        <a:lstStyle/>
        <a:p>
          <a:endParaRPr lang="en-IN" sz="1800"/>
        </a:p>
      </dgm:t>
    </dgm:pt>
    <dgm:pt modelId="{E8F47EEA-8153-48D2-B5F0-92B0019DF02A}" type="sibTrans" cxnId="{EB1A1D86-E357-442C-B248-A9AB421A6E9B}">
      <dgm:prSet/>
      <dgm:spPr/>
      <dgm:t>
        <a:bodyPr/>
        <a:lstStyle/>
        <a:p>
          <a:endParaRPr lang="en-IN" sz="1800"/>
        </a:p>
      </dgm:t>
    </dgm:pt>
    <dgm:pt modelId="{9C4A3E43-69B5-4F5D-9BE7-4B5A787DD5CE}">
      <dgm:prSet custT="1"/>
      <dgm:spPr/>
      <dgm:t>
        <a:bodyPr/>
        <a:lstStyle/>
        <a:p>
          <a:pPr>
            <a:buNone/>
          </a:pPr>
          <a:r>
            <a:rPr lang="en-IN" sz="1800" b="1" dirty="0"/>
            <a:t>Project Monitoring</a:t>
          </a:r>
        </a:p>
      </dgm:t>
    </dgm:pt>
    <dgm:pt modelId="{9D27FEF1-27D7-458B-80DB-A0117E84CD41}" type="parTrans" cxnId="{0E7CCC48-209C-41A8-9EEA-EA40FB083175}">
      <dgm:prSet/>
      <dgm:spPr/>
      <dgm:t>
        <a:bodyPr/>
        <a:lstStyle/>
        <a:p>
          <a:endParaRPr lang="en-IN"/>
        </a:p>
      </dgm:t>
    </dgm:pt>
    <dgm:pt modelId="{F69541A1-C7E2-4150-92E7-658141511766}" type="sibTrans" cxnId="{0E7CCC48-209C-41A8-9EEA-EA40FB083175}">
      <dgm:prSet/>
      <dgm:spPr/>
      <dgm:t>
        <a:bodyPr/>
        <a:lstStyle/>
        <a:p>
          <a:endParaRPr lang="en-IN"/>
        </a:p>
      </dgm:t>
    </dgm:pt>
    <dgm:pt modelId="{6612ED9A-4DEE-400D-A8D5-3FEA0BCDF481}" type="pres">
      <dgm:prSet presAssocID="{0D7F77A0-39CC-4BA1-A73E-C65B7426F56B}" presName="Name0" presStyleCnt="0">
        <dgm:presLayoutVars>
          <dgm:dir/>
          <dgm:animLvl val="lvl"/>
          <dgm:resizeHandles val="exact"/>
        </dgm:presLayoutVars>
      </dgm:prSet>
      <dgm:spPr/>
    </dgm:pt>
    <dgm:pt modelId="{54125AC7-3485-4EA9-89F3-548617912C80}" type="pres">
      <dgm:prSet presAssocID="{FAAB5190-0235-4566-A9C4-988CA29A21D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1E57F15-9899-4172-8A9B-3744892F00F9}" type="pres">
      <dgm:prSet presAssocID="{A3064EA1-9B1D-4193-B225-4AA0B917B578}" presName="parTxOnlySpace" presStyleCnt="0"/>
      <dgm:spPr/>
    </dgm:pt>
    <dgm:pt modelId="{EA2213E3-E6D7-41D2-84E6-E62425F0C56D}" type="pres">
      <dgm:prSet presAssocID="{FAE1C535-49C3-4FD2-A9C0-97C368F86CFE}" presName="parTxOnly" presStyleLbl="node1" presStyleIdx="1" presStyleCnt="5" custLinFactNeighborX="-13831" custLinFactNeighborY="-919">
        <dgm:presLayoutVars>
          <dgm:chMax val="0"/>
          <dgm:chPref val="0"/>
          <dgm:bulletEnabled val="1"/>
        </dgm:presLayoutVars>
      </dgm:prSet>
      <dgm:spPr/>
    </dgm:pt>
    <dgm:pt modelId="{A0A6A799-17A8-4838-B88A-FCB74F26EA86}" type="pres">
      <dgm:prSet presAssocID="{BBEF2349-4EA5-46F1-9861-FDA1814E5BDC}" presName="parTxOnlySpace" presStyleCnt="0"/>
      <dgm:spPr/>
    </dgm:pt>
    <dgm:pt modelId="{9465B88A-148C-433A-8638-F056B867E44C}" type="pres">
      <dgm:prSet presAssocID="{9C3F41D4-895F-4641-8DA9-36AFAD6CE43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FC354895-6574-49B0-BB85-C91E28871AA7}" type="pres">
      <dgm:prSet presAssocID="{06853A7E-F275-449B-A76B-13EA70222315}" presName="parTxOnlySpace" presStyleCnt="0"/>
      <dgm:spPr/>
    </dgm:pt>
    <dgm:pt modelId="{050B62BA-F3A3-45D1-A229-2D9FDA41363C}" type="pres">
      <dgm:prSet presAssocID="{1E5F0227-A3DF-4144-8A09-BF63050064C2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7CD6791A-64AD-4216-876B-79A2C8C5AAD8}" type="pres">
      <dgm:prSet presAssocID="{E8F47EEA-8153-48D2-B5F0-92B0019DF02A}" presName="parTxOnlySpace" presStyleCnt="0"/>
      <dgm:spPr/>
    </dgm:pt>
    <dgm:pt modelId="{E39709FC-1E0E-4EA2-B184-E9A1F75D4242}" type="pres">
      <dgm:prSet presAssocID="{9C4A3E43-69B5-4F5D-9BE7-4B5A787DD5CE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B7240819-4FB5-4631-BEBF-0C98BD3E9D6E}" srcId="{0D7F77A0-39CC-4BA1-A73E-C65B7426F56B}" destId="{FAE1C535-49C3-4FD2-A9C0-97C368F86CFE}" srcOrd="1" destOrd="0" parTransId="{399E6DFF-1485-423F-A3FF-82C2B8B59B6F}" sibTransId="{BBEF2349-4EA5-46F1-9861-FDA1814E5BDC}"/>
    <dgm:cxn modelId="{DB117042-F1BE-4A2D-9339-091B90E0BC92}" type="presOf" srcId="{FAAB5190-0235-4566-A9C4-988CA29A21D3}" destId="{54125AC7-3485-4EA9-89F3-548617912C80}" srcOrd="0" destOrd="0" presId="urn:microsoft.com/office/officeart/2005/8/layout/chevron1"/>
    <dgm:cxn modelId="{0E7CCC48-209C-41A8-9EEA-EA40FB083175}" srcId="{0D7F77A0-39CC-4BA1-A73E-C65B7426F56B}" destId="{9C4A3E43-69B5-4F5D-9BE7-4B5A787DD5CE}" srcOrd="4" destOrd="0" parTransId="{9D27FEF1-27D7-458B-80DB-A0117E84CD41}" sibTransId="{F69541A1-C7E2-4150-92E7-658141511766}"/>
    <dgm:cxn modelId="{229F024C-E3C0-46FE-83D7-3EF39526E692}" srcId="{0D7F77A0-39CC-4BA1-A73E-C65B7426F56B}" destId="{FAAB5190-0235-4566-A9C4-988CA29A21D3}" srcOrd="0" destOrd="0" parTransId="{50095279-81CA-4B85-9188-A25695A9E097}" sibTransId="{A3064EA1-9B1D-4193-B225-4AA0B917B578}"/>
    <dgm:cxn modelId="{DE6E0E4D-843C-4EFB-BE57-1570CCF29DD0}" type="presOf" srcId="{FAE1C535-49C3-4FD2-A9C0-97C368F86CFE}" destId="{EA2213E3-E6D7-41D2-84E6-E62425F0C56D}" srcOrd="0" destOrd="0" presId="urn:microsoft.com/office/officeart/2005/8/layout/chevron1"/>
    <dgm:cxn modelId="{EB1A1D86-E357-442C-B248-A9AB421A6E9B}" srcId="{0D7F77A0-39CC-4BA1-A73E-C65B7426F56B}" destId="{1E5F0227-A3DF-4144-8A09-BF63050064C2}" srcOrd="3" destOrd="0" parTransId="{83AB48FA-CBE8-40E0-8152-2D98CEBFE4F3}" sibTransId="{E8F47EEA-8153-48D2-B5F0-92B0019DF02A}"/>
    <dgm:cxn modelId="{65A13188-D191-4472-8C50-2912E52A9FFD}" srcId="{0D7F77A0-39CC-4BA1-A73E-C65B7426F56B}" destId="{9C3F41D4-895F-4641-8DA9-36AFAD6CE43B}" srcOrd="2" destOrd="0" parTransId="{743E2CD8-72CB-440F-A18E-4B247F20ED80}" sibTransId="{06853A7E-F275-449B-A76B-13EA70222315}"/>
    <dgm:cxn modelId="{B0EB34B9-3469-4691-9785-3BC0D26B5043}" type="presOf" srcId="{0D7F77A0-39CC-4BA1-A73E-C65B7426F56B}" destId="{6612ED9A-4DEE-400D-A8D5-3FEA0BCDF481}" srcOrd="0" destOrd="0" presId="urn:microsoft.com/office/officeart/2005/8/layout/chevron1"/>
    <dgm:cxn modelId="{C754F0B9-A3BC-4DED-B4E0-21EF9AD5AECE}" type="presOf" srcId="{1E5F0227-A3DF-4144-8A09-BF63050064C2}" destId="{050B62BA-F3A3-45D1-A229-2D9FDA41363C}" srcOrd="0" destOrd="0" presId="urn:microsoft.com/office/officeart/2005/8/layout/chevron1"/>
    <dgm:cxn modelId="{A9DF5CE6-1D8C-4B8E-AEC0-77B8C1F58587}" type="presOf" srcId="{9C3F41D4-895F-4641-8DA9-36AFAD6CE43B}" destId="{9465B88A-148C-433A-8638-F056B867E44C}" srcOrd="0" destOrd="0" presId="urn:microsoft.com/office/officeart/2005/8/layout/chevron1"/>
    <dgm:cxn modelId="{9982C0FB-3B1A-42FF-91DC-15337AA9E2CD}" type="presOf" srcId="{9C4A3E43-69B5-4F5D-9BE7-4B5A787DD5CE}" destId="{E39709FC-1E0E-4EA2-B184-E9A1F75D4242}" srcOrd="0" destOrd="0" presId="urn:microsoft.com/office/officeart/2005/8/layout/chevron1"/>
    <dgm:cxn modelId="{1C160E6C-B254-4CE7-BA59-48B1148927B3}" type="presParOf" srcId="{6612ED9A-4DEE-400D-A8D5-3FEA0BCDF481}" destId="{54125AC7-3485-4EA9-89F3-548617912C80}" srcOrd="0" destOrd="0" presId="urn:microsoft.com/office/officeart/2005/8/layout/chevron1"/>
    <dgm:cxn modelId="{97F70156-0816-4CA6-9459-9D6E2E5D7DF9}" type="presParOf" srcId="{6612ED9A-4DEE-400D-A8D5-3FEA0BCDF481}" destId="{71E57F15-9899-4172-8A9B-3744892F00F9}" srcOrd="1" destOrd="0" presId="urn:microsoft.com/office/officeart/2005/8/layout/chevron1"/>
    <dgm:cxn modelId="{622A7220-0B36-4184-A48D-D6FE320FE289}" type="presParOf" srcId="{6612ED9A-4DEE-400D-A8D5-3FEA0BCDF481}" destId="{EA2213E3-E6D7-41D2-84E6-E62425F0C56D}" srcOrd="2" destOrd="0" presId="urn:microsoft.com/office/officeart/2005/8/layout/chevron1"/>
    <dgm:cxn modelId="{836C1B9D-C0D3-42EE-899F-12F22184FCDB}" type="presParOf" srcId="{6612ED9A-4DEE-400D-A8D5-3FEA0BCDF481}" destId="{A0A6A799-17A8-4838-B88A-FCB74F26EA86}" srcOrd="3" destOrd="0" presId="urn:microsoft.com/office/officeart/2005/8/layout/chevron1"/>
    <dgm:cxn modelId="{8E9741A3-93E6-479D-9452-003DE74905FF}" type="presParOf" srcId="{6612ED9A-4DEE-400D-A8D5-3FEA0BCDF481}" destId="{9465B88A-148C-433A-8638-F056B867E44C}" srcOrd="4" destOrd="0" presId="urn:microsoft.com/office/officeart/2005/8/layout/chevron1"/>
    <dgm:cxn modelId="{0C5C9615-F533-49F0-9AAC-22623FA8C217}" type="presParOf" srcId="{6612ED9A-4DEE-400D-A8D5-3FEA0BCDF481}" destId="{FC354895-6574-49B0-BB85-C91E28871AA7}" srcOrd="5" destOrd="0" presId="urn:microsoft.com/office/officeart/2005/8/layout/chevron1"/>
    <dgm:cxn modelId="{7EDAC852-36A0-46C3-85AD-B5E3D7118DB1}" type="presParOf" srcId="{6612ED9A-4DEE-400D-A8D5-3FEA0BCDF481}" destId="{050B62BA-F3A3-45D1-A229-2D9FDA41363C}" srcOrd="6" destOrd="0" presId="urn:microsoft.com/office/officeart/2005/8/layout/chevron1"/>
    <dgm:cxn modelId="{9FC9E93C-E0D0-4813-B796-947198059D4C}" type="presParOf" srcId="{6612ED9A-4DEE-400D-A8D5-3FEA0BCDF481}" destId="{7CD6791A-64AD-4216-876B-79A2C8C5AAD8}" srcOrd="7" destOrd="0" presId="urn:microsoft.com/office/officeart/2005/8/layout/chevron1"/>
    <dgm:cxn modelId="{F97443CC-0FEB-4AC4-A6ED-DA77323C380B}" type="presParOf" srcId="{6612ED9A-4DEE-400D-A8D5-3FEA0BCDF481}" destId="{E39709FC-1E0E-4EA2-B184-E9A1F75D4242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A36FA4D-149A-49B6-800F-B5D0CD4E0266}" type="doc">
      <dgm:prSet loTypeId="urn:microsoft.com/office/officeart/2005/8/layout/hierarchy2" loCatId="hierarchy" qsTypeId="urn:microsoft.com/office/officeart/2005/8/quickstyle/simple3#2" qsCatId="simple" csTypeId="urn:microsoft.com/office/officeart/2005/8/colors/accent1_2#12" csCatId="accent1" phldr="1"/>
      <dgm:spPr/>
      <dgm:t>
        <a:bodyPr/>
        <a:lstStyle/>
        <a:p>
          <a:endParaRPr lang="en-IN"/>
        </a:p>
      </dgm:t>
    </dgm:pt>
    <dgm:pt modelId="{5DDC93D9-6AD7-4CED-9AEA-003CE234196D}">
      <dgm:prSet custT="1"/>
      <dgm:spPr/>
      <dgm:t>
        <a:bodyPr/>
        <a:lstStyle/>
        <a:p>
          <a:r>
            <a:rPr lang="en-IN" sz="1400" b="1" dirty="0">
              <a:latin typeface="Arial" panose="020B0604020202020204" pitchFamily="34" charset="0"/>
              <a:cs typeface="Arial" panose="020B0604020202020204" pitchFamily="34" charset="0"/>
            </a:rPr>
            <a:t>Potential Impact</a:t>
          </a:r>
        </a:p>
      </dgm:t>
    </dgm:pt>
    <dgm:pt modelId="{3FEFA13D-1FA1-452E-8D6A-A8B46E1C464F}" type="parTrans" cxnId="{6BE2D3C3-02DB-4B20-AA21-31CCBBDC8979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54F6312-07D2-4965-9A8D-0E391B30EBB6}" type="sibTrans" cxnId="{6BE2D3C3-02DB-4B20-AA21-31CCBBDC8979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486BC30-7802-411E-B325-28335FD0B112}">
      <dgm:prSet custT="1"/>
      <dgm:spPr/>
      <dgm:t>
        <a:bodyPr/>
        <a:lstStyle/>
        <a:p>
          <a:r>
            <a:rPr lang="en-IN" sz="1400" b="1" dirty="0">
              <a:latin typeface="Arial" panose="020B0604020202020204" pitchFamily="34" charset="0"/>
              <a:cs typeface="Arial" panose="020B0604020202020204" pitchFamily="34" charset="0"/>
            </a:rPr>
            <a:t>societal</a:t>
          </a:r>
        </a:p>
      </dgm:t>
    </dgm:pt>
    <dgm:pt modelId="{A98A29A2-CA76-4FEA-89B5-4368A5D9280B}" type="parTrans" cxnId="{D4EF2F5F-02FA-4D73-8891-EDEB74EBBEBD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F32DB97-1D28-44EE-BE8D-189E0E5ADA46}" type="sibTrans" cxnId="{D4EF2F5F-02FA-4D73-8891-EDEB74EBBEBD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6122AA5-EFCF-4898-A8FF-64783CD69D88}">
      <dgm:prSet custT="1"/>
      <dgm:spPr/>
      <dgm:t>
        <a:bodyPr/>
        <a:lstStyle/>
        <a:p>
          <a:pPr>
            <a:buNone/>
          </a:pPr>
          <a:r>
            <a:rPr lang="en-IN" sz="1400" dirty="0"/>
            <a:t>Inclusion</a:t>
          </a:r>
          <a:endParaRPr lang="en-IN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29E923-EA36-4402-824A-91CC4C6EEFED}" type="parTrans" cxnId="{7370851E-43F5-403F-8495-203FDF2C3430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CF132D-3DA2-4EFD-9E8B-177794558DDA}" type="sibTrans" cxnId="{7370851E-43F5-403F-8495-203FDF2C3430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DFF195-0116-4318-8CF2-D07F1794DDC3}">
      <dgm:prSet custT="1"/>
      <dgm:spPr/>
      <dgm:t>
        <a:bodyPr/>
        <a:lstStyle/>
        <a:p>
          <a:pPr>
            <a:buNone/>
          </a:pPr>
          <a:r>
            <a:rPr lang="en-IN" sz="1400" dirty="0"/>
            <a:t>Accessibility</a:t>
          </a:r>
          <a:endParaRPr lang="en-IN" sz="14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DADE51-9952-4202-9E3D-F7C92C6E5A2D}" type="parTrans" cxnId="{E25F00BA-68B7-4A3D-A186-ADAEA152A268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05DC8B-45C1-4BBD-BE35-7BBC458F46E8}" type="sibTrans" cxnId="{E25F00BA-68B7-4A3D-A186-ADAEA152A268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E80863D-52C9-4B06-AFEC-E5D026BC88CF}">
      <dgm:prSet custT="1"/>
      <dgm:spPr/>
      <dgm:t>
        <a:bodyPr/>
        <a:lstStyle/>
        <a:p>
          <a:r>
            <a:rPr lang="en-IN" sz="1400" dirty="0">
              <a:latin typeface="Arial" panose="020B0604020202020204" pitchFamily="34" charset="0"/>
              <a:cs typeface="Arial" panose="020B0604020202020204" pitchFamily="34" charset="0"/>
            </a:rPr>
            <a:t>Mentorship</a:t>
          </a:r>
        </a:p>
      </dgm:t>
    </dgm:pt>
    <dgm:pt modelId="{64D7CA2C-6E5F-462E-8535-252B91D54886}" type="parTrans" cxnId="{3A133FD9-E48A-4583-9C23-1E4E236E9776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19911B0-2DC5-49C1-9F8C-F46026951AA4}" type="sibTrans" cxnId="{3A133FD9-E48A-4583-9C23-1E4E236E9776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F005DFA-8AE8-4318-A2F6-45E1ACC05B7A}">
      <dgm:prSet custT="1"/>
      <dgm:spPr/>
      <dgm:t>
        <a:bodyPr/>
        <a:lstStyle/>
        <a:p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Educational </a:t>
          </a:r>
          <a:endParaRPr lang="en-IN" sz="14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98B61B-8603-4811-865C-984B83D85BEE}" type="parTrans" cxnId="{0B658594-36D3-4686-BC7C-C5E51ABA784E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F72632-0AFF-42FC-9F88-05D52379E89F}" type="sibTrans" cxnId="{0B658594-36D3-4686-BC7C-C5E51ABA784E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EA541E-77F5-4C06-9814-900A21269A60}">
      <dgm:prSet custT="1"/>
      <dgm:spPr/>
      <dgm:t>
        <a:bodyPr/>
        <a:lstStyle/>
        <a:p>
          <a:r>
            <a:rPr lang="en-IN" sz="1400" dirty="0">
              <a:latin typeface="Arial" panose="020B0604020202020204" pitchFamily="34" charset="0"/>
              <a:cs typeface="Arial" panose="020B0604020202020204" pitchFamily="34" charset="0"/>
            </a:rPr>
            <a:t>Innovation</a:t>
          </a:r>
        </a:p>
      </dgm:t>
    </dgm:pt>
    <dgm:pt modelId="{3022B662-3BDB-4777-A8CD-B49C68669A42}" type="parTrans" cxnId="{F9A3151E-EE7B-4EE3-8AA7-7A30CA77EA0D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7D72E0D-0A68-4A54-A031-043BBC686C33}" type="sibTrans" cxnId="{F9A3151E-EE7B-4EE3-8AA7-7A30CA77EA0D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0796FED-F639-469D-AF03-BD99F97AE070}">
      <dgm:prSet custT="1"/>
      <dgm:spPr/>
      <dgm:t>
        <a:bodyPr/>
        <a:lstStyle/>
        <a:p>
          <a:r>
            <a:rPr lang="en-IN" sz="1400" dirty="0">
              <a:latin typeface="Arial" panose="020B0604020202020204" pitchFamily="34" charset="0"/>
              <a:cs typeface="Arial" panose="020B0604020202020204" pitchFamily="34" charset="0"/>
            </a:rPr>
            <a:t>Skill growth</a:t>
          </a:r>
        </a:p>
      </dgm:t>
    </dgm:pt>
    <dgm:pt modelId="{5FB0AF08-0A75-4A24-ACC1-9A3BC26A81EA}" type="parTrans" cxnId="{F215DFB2-9199-45E7-BE78-83CE5F74316C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4A26DCF-D43F-4679-9101-9C2D654F43B5}" type="sibTrans" cxnId="{F215DFB2-9199-45E7-BE78-83CE5F74316C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E2C14A-0792-41E0-9FC5-A7100F28630C}">
      <dgm:prSet custT="1"/>
      <dgm:spPr/>
      <dgm:t>
        <a:bodyPr/>
        <a:lstStyle/>
        <a:p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collaboration</a:t>
          </a:r>
          <a:endParaRPr lang="en-IN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A82920F-3736-4CE9-824F-C8C7BAB73672}" type="parTrans" cxnId="{C6ADC49E-506A-446E-B3CA-047C163587C5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7EE3DB-8F9A-4F41-9BE7-A4AAF877F5DB}" type="sibTrans" cxnId="{C6ADC49E-506A-446E-B3CA-047C163587C5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2F30F5-FBD5-4F50-BA44-35DCB30E1CD6}">
      <dgm:prSet custT="1"/>
      <dgm:spPr/>
      <dgm:t>
        <a:bodyPr/>
        <a:lstStyle/>
        <a:p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Industrials </a:t>
          </a:r>
          <a:endParaRPr lang="en-IN" sz="14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E9D6BBD-D160-4368-937D-DD09C87A905A}" type="parTrans" cxnId="{0A065964-2FDD-400E-A914-7E31D38D41F5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5D7016-1027-496A-9F82-746DD5B192FF}" type="sibTrans" cxnId="{0A065964-2FDD-400E-A914-7E31D38D41F5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121A3F5-D99A-4AF2-B11B-0C921E5F48DE}">
      <dgm:prSet custT="1"/>
      <dgm:spPr/>
      <dgm:t>
        <a:bodyPr/>
        <a:lstStyle/>
        <a:p>
          <a:r>
            <a:rPr lang="en-IN" sz="1400">
              <a:latin typeface="Arial" panose="020B0604020202020204" pitchFamily="34" charset="0"/>
              <a:cs typeface="Arial" panose="020B0604020202020204" pitchFamily="34" charset="0"/>
            </a:rPr>
            <a:t>Fundraising</a:t>
          </a:r>
        </a:p>
      </dgm:t>
    </dgm:pt>
    <dgm:pt modelId="{C324B46F-0B7D-4EAC-A712-298ADF109810}" type="parTrans" cxnId="{592CE2BD-1C34-4AD8-8453-5F8E5C7A9CE4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35EF3B6-4ABE-469A-8D8A-8165D932B255}" type="sibTrans" cxnId="{592CE2BD-1C34-4AD8-8453-5F8E5C7A9CE4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873AE6-14FB-4593-8561-FE42B984EE5A}">
      <dgm:prSet custT="1"/>
      <dgm:spPr/>
      <dgm:t>
        <a:bodyPr/>
        <a:lstStyle/>
        <a:p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employment</a:t>
          </a:r>
          <a:endParaRPr lang="en-IN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23B275-E42B-4C90-A865-3363B6114374}" type="parTrans" cxnId="{03145F36-CFD1-4B9E-8A3E-209824327ADD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99DD65-649D-4B9D-9153-C8FF24742EEE}" type="sibTrans" cxnId="{03145F36-CFD1-4B9E-8A3E-209824327ADD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1A84525-D47D-487A-A581-45A777281316}">
      <dgm:prSet custT="1"/>
      <dgm:spPr/>
      <dgm:t>
        <a:bodyPr/>
        <a:lstStyle/>
        <a:p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Deployment</a:t>
          </a:r>
          <a:endParaRPr lang="en-IN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CB7FFC-3F10-41CD-9FD0-25622FCB71AB}" type="parTrans" cxnId="{E9289149-1EA6-4D2C-819E-48664FB13068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807DC4-81E5-4382-BA89-28EE75FA3AA7}" type="sibTrans" cxnId="{E9289149-1EA6-4D2C-819E-48664FB13068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079A344-8705-4F87-925D-9A9B2D1A2C37}">
      <dgm:prSet custT="1"/>
      <dgm:spPr/>
      <dgm:t>
        <a:bodyPr/>
        <a:lstStyle/>
        <a:p>
          <a:r>
            <a:rPr lang="en-IN" sz="1400" dirty="0">
              <a:latin typeface="Arial" panose="020B0604020202020204" pitchFamily="34" charset="0"/>
              <a:cs typeface="Arial" panose="020B0604020202020204" pitchFamily="34" charset="0"/>
            </a:rPr>
            <a:t>Stronger bonds</a:t>
          </a:r>
        </a:p>
      </dgm:t>
    </dgm:pt>
    <dgm:pt modelId="{D2613856-EB09-430D-BF97-B3DF49C15D78}" type="parTrans" cxnId="{BF9E2458-DBFA-489B-BD66-EB4535214E29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A8FFC9-EEF7-40CA-9995-004BAA6051E0}" type="sibTrans" cxnId="{BF9E2458-DBFA-489B-BD66-EB4535214E29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B64B24-9288-4498-B2CE-1C1A538A9721}">
      <dgm:prSet custT="1"/>
      <dgm:spPr/>
      <dgm:t>
        <a:bodyPr/>
        <a:lstStyle/>
        <a:p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Economical</a:t>
          </a:r>
          <a:endParaRPr lang="en-IN" sz="14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4A84C8B-1641-4CEE-8A0D-98286475CC19}" type="parTrans" cxnId="{AFB6DC2E-4177-4D03-9265-0B64EE8EF1D4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F15505C-1BA1-4063-B04F-E90287EE2CA6}" type="sibTrans" cxnId="{AFB6DC2E-4177-4D03-9265-0B64EE8EF1D4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41E973-FA15-473C-9FB7-924499004F85}">
      <dgm:prSet custT="1"/>
      <dgm:spPr/>
      <dgm:t>
        <a:bodyPr/>
        <a:lstStyle/>
        <a:p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Entrepreneurship</a:t>
          </a:r>
          <a:endParaRPr lang="en-IN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9E9493-8164-41B0-A585-1178F15EDAAB}" type="parTrans" cxnId="{DAF1978D-C92E-477B-BA31-3A19498C5FA2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665651B-C98D-40DF-B673-42A76A3F29C4}" type="sibTrans" cxnId="{DAF1978D-C92E-477B-BA31-3A19498C5FA2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D4271C-C143-4CA3-B4EA-8D381B1A76A3}">
      <dgm:prSet custT="1"/>
      <dgm:spPr/>
      <dgm:t>
        <a:bodyPr/>
        <a:lstStyle/>
        <a:p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Scalability</a:t>
          </a:r>
          <a:endParaRPr lang="en-IN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E9BABCD-3FFA-4EF7-B388-26AEC28AEBB5}" type="parTrans" cxnId="{AC7E978D-2914-4D6E-838A-C874A57FDF59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C3294D1-2658-4FCC-BB03-EDB4D3E5F0C8}" type="sibTrans" cxnId="{AC7E978D-2914-4D6E-838A-C874A57FDF59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58CF05-89D1-4936-9747-7155827E6323}">
      <dgm:prSet custT="1"/>
      <dgm:spPr/>
      <dgm:t>
        <a:bodyPr/>
        <a:lstStyle/>
        <a:p>
          <a:r>
            <a:rPr lang="en-US" sz="1400" dirty="0">
              <a:latin typeface="Arial" panose="020B0604020202020204" pitchFamily="34" charset="0"/>
              <a:cs typeface="Arial" panose="020B0604020202020204" pitchFamily="34" charset="0"/>
            </a:rPr>
            <a:t>Efficiency</a:t>
          </a:r>
          <a:endParaRPr lang="en-IN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FFFBD4C-E5A3-4D70-8B81-226C85E315CD}" type="parTrans" cxnId="{87FCA6D5-84CB-4EF2-B3BA-ABEFCD5E039F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352FBA-8679-4E17-9CC4-C70D5AAA97D3}" type="sibTrans" cxnId="{87FCA6D5-84CB-4EF2-B3BA-ABEFCD5E039F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1A7103-80BD-4F34-B947-F423D5A14BBB}">
      <dgm:prSet custT="1"/>
      <dgm:spPr/>
      <dgm:t>
        <a:bodyPr/>
        <a:lstStyle/>
        <a:p>
          <a:pPr>
            <a:buNone/>
          </a:pPr>
          <a:r>
            <a:rPr lang="en-IN" sz="1400" dirty="0"/>
            <a:t>Awareness</a:t>
          </a:r>
          <a:endParaRPr lang="en-IN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D70A3A-87CE-4743-8649-F9EA0078AC66}" type="sibTrans" cxnId="{2BA10308-7BF1-45F1-BAE6-B320732595FB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47C7E20-F216-4406-BB36-28AC05ECEDCC}" type="parTrans" cxnId="{2BA10308-7BF1-45F1-BAE6-B320732595FB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9138C2F-7BFA-4311-95C6-3231099789B0}" type="pres">
      <dgm:prSet presAssocID="{6A36FA4D-149A-49B6-800F-B5D0CD4E026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9C5A37B-5FE2-40FA-B962-7FFFB0BCF6AF}" type="pres">
      <dgm:prSet presAssocID="{5DDC93D9-6AD7-4CED-9AEA-003CE234196D}" presName="root1" presStyleCnt="0"/>
      <dgm:spPr/>
    </dgm:pt>
    <dgm:pt modelId="{4CEF2527-17F8-4091-BBBA-E677290D6505}" type="pres">
      <dgm:prSet presAssocID="{5DDC93D9-6AD7-4CED-9AEA-003CE234196D}" presName="LevelOneTextNode" presStyleLbl="node0" presStyleIdx="0" presStyleCnt="1" custScaleX="825349" custScaleY="522896" custLinFactX="-200000" custLinFactNeighborX="-274673" custLinFactNeighborY="-34680">
        <dgm:presLayoutVars>
          <dgm:chPref val="3"/>
        </dgm:presLayoutVars>
      </dgm:prSet>
      <dgm:spPr/>
    </dgm:pt>
    <dgm:pt modelId="{B85C64B6-92D1-4763-807B-2BD3376D9AD7}" type="pres">
      <dgm:prSet presAssocID="{5DDC93D9-6AD7-4CED-9AEA-003CE234196D}" presName="level2hierChild" presStyleCnt="0"/>
      <dgm:spPr/>
    </dgm:pt>
    <dgm:pt modelId="{E30C7566-B63D-4134-BD23-EF60E0B3BFF3}" type="pres">
      <dgm:prSet presAssocID="{A98A29A2-CA76-4FEA-89B5-4368A5D9280B}" presName="conn2-1" presStyleLbl="parChTrans1D2" presStyleIdx="0" presStyleCnt="4"/>
      <dgm:spPr/>
    </dgm:pt>
    <dgm:pt modelId="{9AA4D05B-BF04-4540-BD67-CF4A05A15E40}" type="pres">
      <dgm:prSet presAssocID="{A98A29A2-CA76-4FEA-89B5-4368A5D9280B}" presName="connTx" presStyleLbl="parChTrans1D2" presStyleIdx="0" presStyleCnt="4"/>
      <dgm:spPr/>
    </dgm:pt>
    <dgm:pt modelId="{87F549D2-EA17-40B1-96C5-CA723855D429}" type="pres">
      <dgm:prSet presAssocID="{1486BC30-7802-411E-B325-28335FD0B112}" presName="root2" presStyleCnt="0"/>
      <dgm:spPr/>
    </dgm:pt>
    <dgm:pt modelId="{AD0915C3-0469-4E0C-90CA-0F801B48FD1B}" type="pres">
      <dgm:prSet presAssocID="{1486BC30-7802-411E-B325-28335FD0B112}" presName="LevelTwoTextNode" presStyleLbl="node2" presStyleIdx="0" presStyleCnt="4" custScaleX="665081" custScaleY="346479">
        <dgm:presLayoutVars>
          <dgm:chPref val="3"/>
        </dgm:presLayoutVars>
      </dgm:prSet>
      <dgm:spPr/>
    </dgm:pt>
    <dgm:pt modelId="{2B5D5084-2C21-41C4-A545-968A3A8C79C7}" type="pres">
      <dgm:prSet presAssocID="{1486BC30-7802-411E-B325-28335FD0B112}" presName="level3hierChild" presStyleCnt="0"/>
      <dgm:spPr/>
    </dgm:pt>
    <dgm:pt modelId="{640FC670-747B-48AA-9237-DF5E0DFA0EC1}" type="pres">
      <dgm:prSet presAssocID="{2A29E923-EA36-4402-824A-91CC4C6EEFED}" presName="conn2-1" presStyleLbl="parChTrans1D3" presStyleIdx="0" presStyleCnt="14"/>
      <dgm:spPr/>
    </dgm:pt>
    <dgm:pt modelId="{1CC14A2F-D753-4092-A759-79EBE2899134}" type="pres">
      <dgm:prSet presAssocID="{2A29E923-EA36-4402-824A-91CC4C6EEFED}" presName="connTx" presStyleLbl="parChTrans1D3" presStyleIdx="0" presStyleCnt="14"/>
      <dgm:spPr/>
    </dgm:pt>
    <dgm:pt modelId="{6ACADA30-6874-42CB-9EDF-B171928E386D}" type="pres">
      <dgm:prSet presAssocID="{16122AA5-EFCF-4898-A8FF-64783CD69D88}" presName="root2" presStyleCnt="0"/>
      <dgm:spPr/>
    </dgm:pt>
    <dgm:pt modelId="{7141DEDA-F1E6-472D-A493-102B6AEBB5B4}" type="pres">
      <dgm:prSet presAssocID="{16122AA5-EFCF-4898-A8FF-64783CD69D88}" presName="LevelTwoTextNode" presStyleLbl="node3" presStyleIdx="0" presStyleCnt="14" custScaleX="1119578" custScaleY="326064" custLinFactX="80359" custLinFactNeighborX="100000" custLinFactNeighborY="-114">
        <dgm:presLayoutVars>
          <dgm:chPref val="3"/>
        </dgm:presLayoutVars>
      </dgm:prSet>
      <dgm:spPr/>
    </dgm:pt>
    <dgm:pt modelId="{F51427A5-70F7-4BF4-A43C-8438333A53D1}" type="pres">
      <dgm:prSet presAssocID="{16122AA5-EFCF-4898-A8FF-64783CD69D88}" presName="level3hierChild" presStyleCnt="0"/>
      <dgm:spPr/>
    </dgm:pt>
    <dgm:pt modelId="{6F5B9DD2-2B8F-423D-BC25-8FCC8801B29E}" type="pres">
      <dgm:prSet presAssocID="{A47C7E20-F216-4406-BB36-28AC05ECEDCC}" presName="conn2-1" presStyleLbl="parChTrans1D3" presStyleIdx="1" presStyleCnt="14"/>
      <dgm:spPr/>
    </dgm:pt>
    <dgm:pt modelId="{8E4F0A1C-F1B9-4EDC-BB7B-239C1D84CCAC}" type="pres">
      <dgm:prSet presAssocID="{A47C7E20-F216-4406-BB36-28AC05ECEDCC}" presName="connTx" presStyleLbl="parChTrans1D3" presStyleIdx="1" presStyleCnt="14"/>
      <dgm:spPr/>
    </dgm:pt>
    <dgm:pt modelId="{3CE2E7AE-C07B-4129-B15B-69495DC5C8B3}" type="pres">
      <dgm:prSet presAssocID="{F91A7103-80BD-4F34-B947-F423D5A14BBB}" presName="root2" presStyleCnt="0"/>
      <dgm:spPr/>
    </dgm:pt>
    <dgm:pt modelId="{A54BC2A2-728F-4CEF-9FB1-5B181ECAE372}" type="pres">
      <dgm:prSet presAssocID="{F91A7103-80BD-4F34-B947-F423D5A14BBB}" presName="LevelTwoTextNode" presStyleLbl="node3" presStyleIdx="1" presStyleCnt="14" custScaleX="1111360" custScaleY="377665" custLinFactX="80359" custLinFactNeighborX="100000" custLinFactNeighborY="-114">
        <dgm:presLayoutVars>
          <dgm:chPref val="3"/>
        </dgm:presLayoutVars>
      </dgm:prSet>
      <dgm:spPr/>
    </dgm:pt>
    <dgm:pt modelId="{51C5DA25-EEAE-451F-B64E-9A50B5EC9E98}" type="pres">
      <dgm:prSet presAssocID="{F91A7103-80BD-4F34-B947-F423D5A14BBB}" presName="level3hierChild" presStyleCnt="0"/>
      <dgm:spPr/>
    </dgm:pt>
    <dgm:pt modelId="{EA0C78BC-6434-43CD-99D2-01257208DCED}" type="pres">
      <dgm:prSet presAssocID="{5EDADE51-9952-4202-9E3D-F7C92C6E5A2D}" presName="conn2-1" presStyleLbl="parChTrans1D3" presStyleIdx="2" presStyleCnt="14"/>
      <dgm:spPr/>
    </dgm:pt>
    <dgm:pt modelId="{5D8B31B9-DC20-401D-93B4-407221573472}" type="pres">
      <dgm:prSet presAssocID="{5EDADE51-9952-4202-9E3D-F7C92C6E5A2D}" presName="connTx" presStyleLbl="parChTrans1D3" presStyleIdx="2" presStyleCnt="14"/>
      <dgm:spPr/>
    </dgm:pt>
    <dgm:pt modelId="{8507DE80-F464-4D5C-B107-0C81C6730DEB}" type="pres">
      <dgm:prSet presAssocID="{8DDFF195-0116-4318-8CF2-D07F1794DDC3}" presName="root2" presStyleCnt="0"/>
      <dgm:spPr/>
    </dgm:pt>
    <dgm:pt modelId="{5D7E6395-EBFF-47CC-980C-B2EA77F8F460}" type="pres">
      <dgm:prSet presAssocID="{8DDFF195-0116-4318-8CF2-D07F1794DDC3}" presName="LevelTwoTextNode" presStyleLbl="node3" presStyleIdx="2" presStyleCnt="14" custScaleX="1111360" custScaleY="377665" custLinFactX="80359" custLinFactNeighborX="100000" custLinFactNeighborY="-114">
        <dgm:presLayoutVars>
          <dgm:chPref val="3"/>
        </dgm:presLayoutVars>
      </dgm:prSet>
      <dgm:spPr/>
    </dgm:pt>
    <dgm:pt modelId="{03D57C59-8074-4CE8-A03E-5C4B13208382}" type="pres">
      <dgm:prSet presAssocID="{8DDFF195-0116-4318-8CF2-D07F1794DDC3}" presName="level3hierChild" presStyleCnt="0"/>
      <dgm:spPr/>
    </dgm:pt>
    <dgm:pt modelId="{2B349EE9-5D1B-45D0-981E-F59198347EE3}" type="pres">
      <dgm:prSet presAssocID="{64D7CA2C-6E5F-462E-8535-252B91D54886}" presName="conn2-1" presStyleLbl="parChTrans1D3" presStyleIdx="3" presStyleCnt="14"/>
      <dgm:spPr/>
    </dgm:pt>
    <dgm:pt modelId="{4A652EF6-F6EB-48BF-901C-1223E7501861}" type="pres">
      <dgm:prSet presAssocID="{64D7CA2C-6E5F-462E-8535-252B91D54886}" presName="connTx" presStyleLbl="parChTrans1D3" presStyleIdx="3" presStyleCnt="14"/>
      <dgm:spPr/>
    </dgm:pt>
    <dgm:pt modelId="{65CFD32F-AA98-47FB-846B-D5408B1EAE1B}" type="pres">
      <dgm:prSet presAssocID="{AE80863D-52C9-4B06-AFEC-E5D026BC88CF}" presName="root2" presStyleCnt="0"/>
      <dgm:spPr/>
    </dgm:pt>
    <dgm:pt modelId="{2F45398F-A67C-49E6-AAC6-E7BD3E8FAF5E}" type="pres">
      <dgm:prSet presAssocID="{AE80863D-52C9-4B06-AFEC-E5D026BC88CF}" presName="LevelTwoTextNode" presStyleLbl="node3" presStyleIdx="3" presStyleCnt="14" custScaleX="1111360" custScaleY="377665" custLinFactX="80359" custLinFactNeighborX="100000" custLinFactNeighborY="-114">
        <dgm:presLayoutVars>
          <dgm:chPref val="3"/>
        </dgm:presLayoutVars>
      </dgm:prSet>
      <dgm:spPr/>
    </dgm:pt>
    <dgm:pt modelId="{6CE808FD-FDFD-4544-9DF2-E506C2B666E1}" type="pres">
      <dgm:prSet presAssocID="{AE80863D-52C9-4B06-AFEC-E5D026BC88CF}" presName="level3hierChild" presStyleCnt="0"/>
      <dgm:spPr/>
    </dgm:pt>
    <dgm:pt modelId="{BCB12CC9-D854-4B84-A677-17045B02B7EC}" type="pres">
      <dgm:prSet presAssocID="{7998B61B-8603-4811-865C-984B83D85BEE}" presName="conn2-1" presStyleLbl="parChTrans1D2" presStyleIdx="1" presStyleCnt="4"/>
      <dgm:spPr/>
    </dgm:pt>
    <dgm:pt modelId="{11C4B8E5-DCB4-4A2E-8CF2-A1CA1EE7E1E4}" type="pres">
      <dgm:prSet presAssocID="{7998B61B-8603-4811-865C-984B83D85BEE}" presName="connTx" presStyleLbl="parChTrans1D2" presStyleIdx="1" presStyleCnt="4"/>
      <dgm:spPr/>
    </dgm:pt>
    <dgm:pt modelId="{9F79E905-8993-4845-97EB-28BE16D62FA1}" type="pres">
      <dgm:prSet presAssocID="{8F005DFA-8AE8-4318-A2F6-45E1ACC05B7A}" presName="root2" presStyleCnt="0"/>
      <dgm:spPr/>
    </dgm:pt>
    <dgm:pt modelId="{8E024A3F-B1A5-4D14-95D4-2318BB576C84}" type="pres">
      <dgm:prSet presAssocID="{8F005DFA-8AE8-4318-A2F6-45E1ACC05B7A}" presName="LevelTwoTextNode" presStyleLbl="node2" presStyleIdx="1" presStyleCnt="4" custScaleX="675821" custScaleY="353740">
        <dgm:presLayoutVars>
          <dgm:chPref val="3"/>
        </dgm:presLayoutVars>
      </dgm:prSet>
      <dgm:spPr/>
    </dgm:pt>
    <dgm:pt modelId="{F39D8BF9-FD80-4536-B312-6E7C775F8305}" type="pres">
      <dgm:prSet presAssocID="{8F005DFA-8AE8-4318-A2F6-45E1ACC05B7A}" presName="level3hierChild" presStyleCnt="0"/>
      <dgm:spPr/>
    </dgm:pt>
    <dgm:pt modelId="{2DC76E8E-55FF-45CE-BD7F-8A5A434DDE8A}" type="pres">
      <dgm:prSet presAssocID="{3022B662-3BDB-4777-A8CD-B49C68669A42}" presName="conn2-1" presStyleLbl="parChTrans1D3" presStyleIdx="4" presStyleCnt="14"/>
      <dgm:spPr/>
    </dgm:pt>
    <dgm:pt modelId="{8F726F28-C887-4400-9A36-C6B870B47D08}" type="pres">
      <dgm:prSet presAssocID="{3022B662-3BDB-4777-A8CD-B49C68669A42}" presName="connTx" presStyleLbl="parChTrans1D3" presStyleIdx="4" presStyleCnt="14"/>
      <dgm:spPr/>
    </dgm:pt>
    <dgm:pt modelId="{2DD29C10-3EB7-40DD-937B-488A2D06267A}" type="pres">
      <dgm:prSet presAssocID="{3BEA541E-77F5-4C06-9814-900A21269A60}" presName="root2" presStyleCnt="0"/>
      <dgm:spPr/>
    </dgm:pt>
    <dgm:pt modelId="{518DE844-9832-4D28-8D57-DC71FFE247C4}" type="pres">
      <dgm:prSet presAssocID="{3BEA541E-77F5-4C06-9814-900A21269A60}" presName="LevelTwoTextNode" presStyleLbl="node3" presStyleIdx="4" presStyleCnt="14" custScaleX="1111360" custScaleY="377665" custLinFactX="176947" custLinFactNeighborX="200000" custLinFactNeighborY="-114">
        <dgm:presLayoutVars>
          <dgm:chPref val="3"/>
        </dgm:presLayoutVars>
      </dgm:prSet>
      <dgm:spPr/>
    </dgm:pt>
    <dgm:pt modelId="{BE19FF5C-D4AA-478D-8747-6829D03CDD8A}" type="pres">
      <dgm:prSet presAssocID="{3BEA541E-77F5-4C06-9814-900A21269A60}" presName="level3hierChild" presStyleCnt="0"/>
      <dgm:spPr/>
    </dgm:pt>
    <dgm:pt modelId="{7D803A70-F389-4504-B663-B198D5310B55}" type="pres">
      <dgm:prSet presAssocID="{5FB0AF08-0A75-4A24-ACC1-9A3BC26A81EA}" presName="conn2-1" presStyleLbl="parChTrans1D3" presStyleIdx="5" presStyleCnt="14"/>
      <dgm:spPr/>
    </dgm:pt>
    <dgm:pt modelId="{B0F1E3AC-37BA-4616-A076-39AEAB8192F0}" type="pres">
      <dgm:prSet presAssocID="{5FB0AF08-0A75-4A24-ACC1-9A3BC26A81EA}" presName="connTx" presStyleLbl="parChTrans1D3" presStyleIdx="5" presStyleCnt="14"/>
      <dgm:spPr/>
    </dgm:pt>
    <dgm:pt modelId="{0DDA4BC3-CB37-4E61-9273-76690A85832C}" type="pres">
      <dgm:prSet presAssocID="{A0796FED-F639-469D-AF03-BD99F97AE070}" presName="root2" presStyleCnt="0"/>
      <dgm:spPr/>
    </dgm:pt>
    <dgm:pt modelId="{44787D0B-7474-4903-9AEA-BABB50404F80}" type="pres">
      <dgm:prSet presAssocID="{A0796FED-F639-469D-AF03-BD99F97AE070}" presName="LevelTwoTextNode" presStyleLbl="node3" presStyleIdx="5" presStyleCnt="14" custScaleX="1111360" custScaleY="377665" custLinFactX="176947" custLinFactNeighborX="200000" custLinFactNeighborY="-114">
        <dgm:presLayoutVars>
          <dgm:chPref val="3"/>
        </dgm:presLayoutVars>
      </dgm:prSet>
      <dgm:spPr/>
    </dgm:pt>
    <dgm:pt modelId="{D2039C59-2BE1-43A3-BDBC-CCC11E13601C}" type="pres">
      <dgm:prSet presAssocID="{A0796FED-F639-469D-AF03-BD99F97AE070}" presName="level3hierChild" presStyleCnt="0"/>
      <dgm:spPr/>
    </dgm:pt>
    <dgm:pt modelId="{CC2FAE3C-A826-4246-875E-530BE080C7D5}" type="pres">
      <dgm:prSet presAssocID="{AA82920F-3736-4CE9-824F-C8C7BAB73672}" presName="conn2-1" presStyleLbl="parChTrans1D3" presStyleIdx="6" presStyleCnt="14"/>
      <dgm:spPr/>
    </dgm:pt>
    <dgm:pt modelId="{EA400A63-4F3D-450E-AFB4-9C6AE09DA938}" type="pres">
      <dgm:prSet presAssocID="{AA82920F-3736-4CE9-824F-C8C7BAB73672}" presName="connTx" presStyleLbl="parChTrans1D3" presStyleIdx="6" presStyleCnt="14"/>
      <dgm:spPr/>
    </dgm:pt>
    <dgm:pt modelId="{660E67FE-FE56-4795-B198-B7E52D9996D4}" type="pres">
      <dgm:prSet presAssocID="{88E2C14A-0792-41E0-9FC5-A7100F28630C}" presName="root2" presStyleCnt="0"/>
      <dgm:spPr/>
    </dgm:pt>
    <dgm:pt modelId="{DB115909-3E40-48A9-9132-7F81A5FC1F49}" type="pres">
      <dgm:prSet presAssocID="{88E2C14A-0792-41E0-9FC5-A7100F28630C}" presName="LevelTwoTextNode" presStyleLbl="node3" presStyleIdx="6" presStyleCnt="14" custScaleX="1111360" custScaleY="377665" custLinFactX="176947" custLinFactNeighborX="200000" custLinFactNeighborY="-114">
        <dgm:presLayoutVars>
          <dgm:chPref val="3"/>
        </dgm:presLayoutVars>
      </dgm:prSet>
      <dgm:spPr/>
    </dgm:pt>
    <dgm:pt modelId="{F8558B7B-253D-48DC-9C13-B56A2E0FB15C}" type="pres">
      <dgm:prSet presAssocID="{88E2C14A-0792-41E0-9FC5-A7100F28630C}" presName="level3hierChild" presStyleCnt="0"/>
      <dgm:spPr/>
    </dgm:pt>
    <dgm:pt modelId="{F4FC86CF-EF46-419C-8C65-CC844A9CA208}" type="pres">
      <dgm:prSet presAssocID="{3E9D6BBD-D160-4368-937D-DD09C87A905A}" presName="conn2-1" presStyleLbl="parChTrans1D2" presStyleIdx="2" presStyleCnt="4"/>
      <dgm:spPr/>
    </dgm:pt>
    <dgm:pt modelId="{7A1B3E52-52D2-4B23-B5DC-7A820404C98D}" type="pres">
      <dgm:prSet presAssocID="{3E9D6BBD-D160-4368-937D-DD09C87A905A}" presName="connTx" presStyleLbl="parChTrans1D2" presStyleIdx="2" presStyleCnt="4"/>
      <dgm:spPr/>
    </dgm:pt>
    <dgm:pt modelId="{91C4952C-6211-4067-ABFE-3E9FC9D3B8EF}" type="pres">
      <dgm:prSet presAssocID="{022F30F5-FBD5-4F50-BA44-35DCB30E1CD6}" presName="root2" presStyleCnt="0"/>
      <dgm:spPr/>
    </dgm:pt>
    <dgm:pt modelId="{0701A2D6-0091-4316-92F4-BF074E67863E}" type="pres">
      <dgm:prSet presAssocID="{022F30F5-FBD5-4F50-BA44-35DCB30E1CD6}" presName="LevelTwoTextNode" presStyleLbl="node2" presStyleIdx="2" presStyleCnt="4" custScaleX="686177" custScaleY="379389" custLinFactNeighborX="16108">
        <dgm:presLayoutVars>
          <dgm:chPref val="3"/>
        </dgm:presLayoutVars>
      </dgm:prSet>
      <dgm:spPr/>
    </dgm:pt>
    <dgm:pt modelId="{7228DD0E-7743-4896-A4A1-19A1B723E33B}" type="pres">
      <dgm:prSet presAssocID="{022F30F5-FBD5-4F50-BA44-35DCB30E1CD6}" presName="level3hierChild" presStyleCnt="0"/>
      <dgm:spPr/>
    </dgm:pt>
    <dgm:pt modelId="{9EE4D9A1-9AE3-4EC9-A55B-D53856F9E1E4}" type="pres">
      <dgm:prSet presAssocID="{C324B46F-0B7D-4EAC-A712-298ADF109810}" presName="conn2-1" presStyleLbl="parChTrans1D3" presStyleIdx="7" presStyleCnt="14"/>
      <dgm:spPr/>
    </dgm:pt>
    <dgm:pt modelId="{19FD382B-25DF-446C-85F1-28E0D6168E3D}" type="pres">
      <dgm:prSet presAssocID="{C324B46F-0B7D-4EAC-A712-298ADF109810}" presName="connTx" presStyleLbl="parChTrans1D3" presStyleIdx="7" presStyleCnt="14"/>
      <dgm:spPr/>
    </dgm:pt>
    <dgm:pt modelId="{B3AC8F92-E7DD-4B03-B736-B2815FFF13AF}" type="pres">
      <dgm:prSet presAssocID="{1121A3F5-D99A-4AF2-B11B-0C921E5F48DE}" presName="root2" presStyleCnt="0"/>
      <dgm:spPr/>
    </dgm:pt>
    <dgm:pt modelId="{A3AD8DE9-0A41-4F59-9808-8548472DCF02}" type="pres">
      <dgm:prSet presAssocID="{1121A3F5-D99A-4AF2-B11B-0C921E5F48DE}" presName="LevelTwoTextNode" presStyleLbl="node3" presStyleIdx="7" presStyleCnt="14" custScaleX="1111360" custScaleY="377665" custLinFactX="80359" custLinFactNeighborX="100000" custLinFactNeighborY="-114">
        <dgm:presLayoutVars>
          <dgm:chPref val="3"/>
        </dgm:presLayoutVars>
      </dgm:prSet>
      <dgm:spPr/>
    </dgm:pt>
    <dgm:pt modelId="{189BF067-A98C-4E26-A40B-71CC070FCC49}" type="pres">
      <dgm:prSet presAssocID="{1121A3F5-D99A-4AF2-B11B-0C921E5F48DE}" presName="level3hierChild" presStyleCnt="0"/>
      <dgm:spPr/>
    </dgm:pt>
    <dgm:pt modelId="{20885CA5-9117-4E86-9F5D-161BF2A82915}" type="pres">
      <dgm:prSet presAssocID="{6723B275-E42B-4C90-A865-3363B6114374}" presName="conn2-1" presStyleLbl="parChTrans1D3" presStyleIdx="8" presStyleCnt="14"/>
      <dgm:spPr/>
    </dgm:pt>
    <dgm:pt modelId="{21639063-9D04-4DF2-B6AB-C8AA7D1567A3}" type="pres">
      <dgm:prSet presAssocID="{6723B275-E42B-4C90-A865-3363B6114374}" presName="connTx" presStyleLbl="parChTrans1D3" presStyleIdx="8" presStyleCnt="14"/>
      <dgm:spPr/>
    </dgm:pt>
    <dgm:pt modelId="{730BA1AB-A2D3-4BD8-B7D0-020B9F598EB4}" type="pres">
      <dgm:prSet presAssocID="{8A873AE6-14FB-4593-8561-FE42B984EE5A}" presName="root2" presStyleCnt="0"/>
      <dgm:spPr/>
    </dgm:pt>
    <dgm:pt modelId="{FDFCB426-18F2-49EB-A7AD-1689D6F3C698}" type="pres">
      <dgm:prSet presAssocID="{8A873AE6-14FB-4593-8561-FE42B984EE5A}" presName="LevelTwoTextNode" presStyleLbl="node3" presStyleIdx="8" presStyleCnt="14" custScaleX="1111360" custScaleY="377665" custLinFactX="80359" custLinFactNeighborX="100000" custLinFactNeighborY="-114">
        <dgm:presLayoutVars>
          <dgm:chPref val="3"/>
        </dgm:presLayoutVars>
      </dgm:prSet>
      <dgm:spPr/>
    </dgm:pt>
    <dgm:pt modelId="{9401F2C8-69E0-4E5C-85FB-BBD5801C3165}" type="pres">
      <dgm:prSet presAssocID="{8A873AE6-14FB-4593-8561-FE42B984EE5A}" presName="level3hierChild" presStyleCnt="0"/>
      <dgm:spPr/>
    </dgm:pt>
    <dgm:pt modelId="{DC747261-5B1A-451B-AA26-8DAB29F751B7}" type="pres">
      <dgm:prSet presAssocID="{FECB7FFC-3F10-41CD-9FD0-25622FCB71AB}" presName="conn2-1" presStyleLbl="parChTrans1D3" presStyleIdx="9" presStyleCnt="14"/>
      <dgm:spPr/>
    </dgm:pt>
    <dgm:pt modelId="{EA754EA8-4955-4F8F-97A7-10633E250592}" type="pres">
      <dgm:prSet presAssocID="{FECB7FFC-3F10-41CD-9FD0-25622FCB71AB}" presName="connTx" presStyleLbl="parChTrans1D3" presStyleIdx="9" presStyleCnt="14"/>
      <dgm:spPr/>
    </dgm:pt>
    <dgm:pt modelId="{12C0C781-BD8E-4479-97EF-B6DC3A0CC883}" type="pres">
      <dgm:prSet presAssocID="{D1A84525-D47D-487A-A581-45A777281316}" presName="root2" presStyleCnt="0"/>
      <dgm:spPr/>
    </dgm:pt>
    <dgm:pt modelId="{8BD9EF8E-F606-4E6F-8A75-18153FB10600}" type="pres">
      <dgm:prSet presAssocID="{D1A84525-D47D-487A-A581-45A777281316}" presName="LevelTwoTextNode" presStyleLbl="node3" presStyleIdx="9" presStyleCnt="14" custScaleX="1111360" custScaleY="377665" custLinFactX="80359" custLinFactNeighborX="100000" custLinFactNeighborY="-114">
        <dgm:presLayoutVars>
          <dgm:chPref val="3"/>
        </dgm:presLayoutVars>
      </dgm:prSet>
      <dgm:spPr/>
    </dgm:pt>
    <dgm:pt modelId="{EBA792C3-4E64-4DDE-BC72-55E6335A1333}" type="pres">
      <dgm:prSet presAssocID="{D1A84525-D47D-487A-A581-45A777281316}" presName="level3hierChild" presStyleCnt="0"/>
      <dgm:spPr/>
    </dgm:pt>
    <dgm:pt modelId="{930B3594-B507-4205-B2E9-C51112E6A9D2}" type="pres">
      <dgm:prSet presAssocID="{D2613856-EB09-430D-BF97-B3DF49C15D78}" presName="conn2-1" presStyleLbl="parChTrans1D3" presStyleIdx="10" presStyleCnt="14"/>
      <dgm:spPr/>
    </dgm:pt>
    <dgm:pt modelId="{EBEC0A89-37DE-4B7D-884D-F49852E95C78}" type="pres">
      <dgm:prSet presAssocID="{D2613856-EB09-430D-BF97-B3DF49C15D78}" presName="connTx" presStyleLbl="parChTrans1D3" presStyleIdx="10" presStyleCnt="14"/>
      <dgm:spPr/>
    </dgm:pt>
    <dgm:pt modelId="{9278E3A8-B7C5-4FB6-AC68-A236A6B2B916}" type="pres">
      <dgm:prSet presAssocID="{B079A344-8705-4F87-925D-9A9B2D1A2C37}" presName="root2" presStyleCnt="0"/>
      <dgm:spPr/>
    </dgm:pt>
    <dgm:pt modelId="{FC8DFF44-66C2-44A5-8565-923663C64F14}" type="pres">
      <dgm:prSet presAssocID="{B079A344-8705-4F87-925D-9A9B2D1A2C37}" presName="LevelTwoTextNode" presStyleLbl="node3" presStyleIdx="10" presStyleCnt="14" custScaleX="1111360" custScaleY="377665" custLinFactX="80359" custLinFactNeighborX="100000" custLinFactNeighborY="-114">
        <dgm:presLayoutVars>
          <dgm:chPref val="3"/>
        </dgm:presLayoutVars>
      </dgm:prSet>
      <dgm:spPr/>
    </dgm:pt>
    <dgm:pt modelId="{2F4D73D9-3077-4DBE-A00E-D077EE419261}" type="pres">
      <dgm:prSet presAssocID="{B079A344-8705-4F87-925D-9A9B2D1A2C37}" presName="level3hierChild" presStyleCnt="0"/>
      <dgm:spPr/>
    </dgm:pt>
    <dgm:pt modelId="{CE0CF2D8-E468-4F0B-95FA-B4A02742E3ED}" type="pres">
      <dgm:prSet presAssocID="{54A84C8B-1641-4CEE-8A0D-98286475CC19}" presName="conn2-1" presStyleLbl="parChTrans1D2" presStyleIdx="3" presStyleCnt="4"/>
      <dgm:spPr/>
    </dgm:pt>
    <dgm:pt modelId="{7D880BF7-026F-49EE-AF19-2A6082A0C54B}" type="pres">
      <dgm:prSet presAssocID="{54A84C8B-1641-4CEE-8A0D-98286475CC19}" presName="connTx" presStyleLbl="parChTrans1D2" presStyleIdx="3" presStyleCnt="4"/>
      <dgm:spPr/>
    </dgm:pt>
    <dgm:pt modelId="{15A2FB9C-1296-4E77-9E29-A88C414157F3}" type="pres">
      <dgm:prSet presAssocID="{D7B64B24-9288-4498-B2CE-1C1A538A9721}" presName="root2" presStyleCnt="0"/>
      <dgm:spPr/>
    </dgm:pt>
    <dgm:pt modelId="{34D68D19-C977-481C-BA16-8BD897C68C33}" type="pres">
      <dgm:prSet presAssocID="{D7B64B24-9288-4498-B2CE-1C1A538A9721}" presName="LevelTwoTextNode" presStyleLbl="node2" presStyleIdx="3" presStyleCnt="4" custScaleX="718392" custScaleY="377544">
        <dgm:presLayoutVars>
          <dgm:chPref val="3"/>
        </dgm:presLayoutVars>
      </dgm:prSet>
      <dgm:spPr/>
    </dgm:pt>
    <dgm:pt modelId="{42D6D9A3-632B-4F96-8807-A399CDD246B0}" type="pres">
      <dgm:prSet presAssocID="{D7B64B24-9288-4498-B2CE-1C1A538A9721}" presName="level3hierChild" presStyleCnt="0"/>
      <dgm:spPr/>
    </dgm:pt>
    <dgm:pt modelId="{AFAFA931-9423-466E-A1CC-3C2786FFA030}" type="pres">
      <dgm:prSet presAssocID="{4A9E9493-8164-41B0-A585-1178F15EDAAB}" presName="conn2-1" presStyleLbl="parChTrans1D3" presStyleIdx="11" presStyleCnt="14"/>
      <dgm:spPr/>
    </dgm:pt>
    <dgm:pt modelId="{C24F2D23-8181-4CDF-9257-ABB9897DF4FD}" type="pres">
      <dgm:prSet presAssocID="{4A9E9493-8164-41B0-A585-1178F15EDAAB}" presName="connTx" presStyleLbl="parChTrans1D3" presStyleIdx="11" presStyleCnt="14"/>
      <dgm:spPr/>
    </dgm:pt>
    <dgm:pt modelId="{064DA827-4419-462B-9FC2-8AFCABD5DC4A}" type="pres">
      <dgm:prSet presAssocID="{1841E973-FA15-473C-9FB7-924499004F85}" presName="root2" presStyleCnt="0"/>
      <dgm:spPr/>
    </dgm:pt>
    <dgm:pt modelId="{583F4129-E818-45C5-A7B6-4ED384E89898}" type="pres">
      <dgm:prSet presAssocID="{1841E973-FA15-473C-9FB7-924499004F85}" presName="LevelTwoTextNode" presStyleLbl="node3" presStyleIdx="11" presStyleCnt="14" custScaleX="1111360" custScaleY="377665" custLinFactX="125328" custLinFactNeighborX="200000">
        <dgm:presLayoutVars>
          <dgm:chPref val="3"/>
        </dgm:presLayoutVars>
      </dgm:prSet>
      <dgm:spPr/>
    </dgm:pt>
    <dgm:pt modelId="{922FC81B-8C9E-4E61-8C56-E94C0BBB17C0}" type="pres">
      <dgm:prSet presAssocID="{1841E973-FA15-473C-9FB7-924499004F85}" presName="level3hierChild" presStyleCnt="0"/>
      <dgm:spPr/>
    </dgm:pt>
    <dgm:pt modelId="{B6AE0B46-A606-431A-876E-60E9DA67C6F3}" type="pres">
      <dgm:prSet presAssocID="{AE9BABCD-3FFA-4EF7-B388-26AEC28AEBB5}" presName="conn2-1" presStyleLbl="parChTrans1D3" presStyleIdx="12" presStyleCnt="14"/>
      <dgm:spPr/>
    </dgm:pt>
    <dgm:pt modelId="{A7EC63F8-03DF-40FE-9D91-32B01E1B556A}" type="pres">
      <dgm:prSet presAssocID="{AE9BABCD-3FFA-4EF7-B388-26AEC28AEBB5}" presName="connTx" presStyleLbl="parChTrans1D3" presStyleIdx="12" presStyleCnt="14"/>
      <dgm:spPr/>
    </dgm:pt>
    <dgm:pt modelId="{B94189D2-74C2-405E-B6A1-DEB33F395C64}" type="pres">
      <dgm:prSet presAssocID="{68D4271C-C143-4CA3-B4EA-8D381B1A76A3}" presName="root2" presStyleCnt="0"/>
      <dgm:spPr/>
    </dgm:pt>
    <dgm:pt modelId="{830E78AC-6CDD-45C4-96E7-4A251F2D8E3F}" type="pres">
      <dgm:prSet presAssocID="{68D4271C-C143-4CA3-B4EA-8D381B1A76A3}" presName="LevelTwoTextNode" presStyleLbl="node3" presStyleIdx="12" presStyleCnt="14" custScaleX="1111360" custScaleY="377665" custLinFactX="125328" custLinFactNeighborX="200000">
        <dgm:presLayoutVars>
          <dgm:chPref val="3"/>
        </dgm:presLayoutVars>
      </dgm:prSet>
      <dgm:spPr/>
    </dgm:pt>
    <dgm:pt modelId="{CA1EF562-9C62-4141-99F8-A5CB56EA4E71}" type="pres">
      <dgm:prSet presAssocID="{68D4271C-C143-4CA3-B4EA-8D381B1A76A3}" presName="level3hierChild" presStyleCnt="0"/>
      <dgm:spPr/>
    </dgm:pt>
    <dgm:pt modelId="{176161BB-5F5B-468A-BF7E-52B54EA660A6}" type="pres">
      <dgm:prSet presAssocID="{7FFFBD4C-E5A3-4D70-8B81-226C85E315CD}" presName="conn2-1" presStyleLbl="parChTrans1D3" presStyleIdx="13" presStyleCnt="14"/>
      <dgm:spPr/>
    </dgm:pt>
    <dgm:pt modelId="{0D3F8F78-A51E-4B8C-8666-BF942B9B0F65}" type="pres">
      <dgm:prSet presAssocID="{7FFFBD4C-E5A3-4D70-8B81-226C85E315CD}" presName="connTx" presStyleLbl="parChTrans1D3" presStyleIdx="13" presStyleCnt="14"/>
      <dgm:spPr/>
    </dgm:pt>
    <dgm:pt modelId="{A5156D83-3FD5-4880-A694-9CD97BD37523}" type="pres">
      <dgm:prSet presAssocID="{A858CF05-89D1-4936-9747-7155827E6323}" presName="root2" presStyleCnt="0"/>
      <dgm:spPr/>
    </dgm:pt>
    <dgm:pt modelId="{56597C18-76AB-407C-ABC2-84BAC22CFAFA}" type="pres">
      <dgm:prSet presAssocID="{A858CF05-89D1-4936-9747-7155827E6323}" presName="LevelTwoTextNode" presStyleLbl="node3" presStyleIdx="13" presStyleCnt="14" custScaleX="1111360" custScaleY="377665" custLinFactX="125328" custLinFactNeighborX="200000">
        <dgm:presLayoutVars>
          <dgm:chPref val="3"/>
        </dgm:presLayoutVars>
      </dgm:prSet>
      <dgm:spPr/>
    </dgm:pt>
    <dgm:pt modelId="{C3BF4E15-6F6C-43EA-8069-7D5B8D723C96}" type="pres">
      <dgm:prSet presAssocID="{A858CF05-89D1-4936-9747-7155827E6323}" presName="level3hierChild" presStyleCnt="0"/>
      <dgm:spPr/>
    </dgm:pt>
  </dgm:ptLst>
  <dgm:cxnLst>
    <dgm:cxn modelId="{7C44E405-EC1E-4230-933D-294B386E14C4}" type="presOf" srcId="{64D7CA2C-6E5F-462E-8535-252B91D54886}" destId="{2B349EE9-5D1B-45D0-981E-F59198347EE3}" srcOrd="0" destOrd="0" presId="urn:microsoft.com/office/officeart/2005/8/layout/hierarchy2"/>
    <dgm:cxn modelId="{2BA10308-7BF1-45F1-BAE6-B320732595FB}" srcId="{1486BC30-7802-411E-B325-28335FD0B112}" destId="{F91A7103-80BD-4F34-B947-F423D5A14BBB}" srcOrd="1" destOrd="0" parTransId="{A47C7E20-F216-4406-BB36-28AC05ECEDCC}" sibTransId="{22D70A3A-87CE-4743-8649-F9EA0078AC66}"/>
    <dgm:cxn modelId="{77748809-9B4D-41B8-8C5A-5C692A214739}" type="presOf" srcId="{3E9D6BBD-D160-4368-937D-DD09C87A905A}" destId="{F4FC86CF-EF46-419C-8C65-CC844A9CA208}" srcOrd="0" destOrd="0" presId="urn:microsoft.com/office/officeart/2005/8/layout/hierarchy2"/>
    <dgm:cxn modelId="{B073000B-DA7E-4AD8-B031-158A266A3A28}" type="presOf" srcId="{022F30F5-FBD5-4F50-BA44-35DCB30E1CD6}" destId="{0701A2D6-0091-4316-92F4-BF074E67863E}" srcOrd="0" destOrd="0" presId="urn:microsoft.com/office/officeart/2005/8/layout/hierarchy2"/>
    <dgm:cxn modelId="{2635700D-D77C-4EF6-B0D1-8A56AE8DAA88}" type="presOf" srcId="{5EDADE51-9952-4202-9E3D-F7C92C6E5A2D}" destId="{EA0C78BC-6434-43CD-99D2-01257208DCED}" srcOrd="0" destOrd="0" presId="urn:microsoft.com/office/officeart/2005/8/layout/hierarchy2"/>
    <dgm:cxn modelId="{BE81F80D-1E38-4F83-BCE1-5563506FAA01}" type="presOf" srcId="{AE9BABCD-3FFA-4EF7-B388-26AEC28AEBB5}" destId="{A7EC63F8-03DF-40FE-9D91-32B01E1B556A}" srcOrd="1" destOrd="0" presId="urn:microsoft.com/office/officeart/2005/8/layout/hierarchy2"/>
    <dgm:cxn modelId="{DEE8DF19-86A5-4444-B805-4C0302E4FFAC}" type="presOf" srcId="{D2613856-EB09-430D-BF97-B3DF49C15D78}" destId="{930B3594-B507-4205-B2E9-C51112E6A9D2}" srcOrd="0" destOrd="0" presId="urn:microsoft.com/office/officeart/2005/8/layout/hierarchy2"/>
    <dgm:cxn modelId="{CE999F1B-3898-4845-85EC-02B8A71E72AB}" type="presOf" srcId="{7998B61B-8603-4811-865C-984B83D85BEE}" destId="{BCB12CC9-D854-4B84-A677-17045B02B7EC}" srcOrd="0" destOrd="0" presId="urn:microsoft.com/office/officeart/2005/8/layout/hierarchy2"/>
    <dgm:cxn modelId="{F9A3151E-EE7B-4EE3-8AA7-7A30CA77EA0D}" srcId="{8F005DFA-8AE8-4318-A2F6-45E1ACC05B7A}" destId="{3BEA541E-77F5-4C06-9814-900A21269A60}" srcOrd="0" destOrd="0" parTransId="{3022B662-3BDB-4777-A8CD-B49C68669A42}" sibTransId="{07D72E0D-0A68-4A54-A031-043BBC686C33}"/>
    <dgm:cxn modelId="{86A15F1E-47C1-4E2D-A3F2-345AC53620E0}" type="presOf" srcId="{F91A7103-80BD-4F34-B947-F423D5A14BBB}" destId="{A54BC2A2-728F-4CEF-9FB1-5B181ECAE372}" srcOrd="0" destOrd="0" presId="urn:microsoft.com/office/officeart/2005/8/layout/hierarchy2"/>
    <dgm:cxn modelId="{7370851E-43F5-403F-8495-203FDF2C3430}" srcId="{1486BC30-7802-411E-B325-28335FD0B112}" destId="{16122AA5-EFCF-4898-A8FF-64783CD69D88}" srcOrd="0" destOrd="0" parTransId="{2A29E923-EA36-4402-824A-91CC4C6EEFED}" sibTransId="{8ACF132D-3DA2-4EFD-9E8B-177794558DDA}"/>
    <dgm:cxn modelId="{1BA79C24-4D9F-4B30-B44B-9D74EC72B820}" type="presOf" srcId="{3022B662-3BDB-4777-A8CD-B49C68669A42}" destId="{8F726F28-C887-4400-9A36-C6B870B47D08}" srcOrd="1" destOrd="0" presId="urn:microsoft.com/office/officeart/2005/8/layout/hierarchy2"/>
    <dgm:cxn modelId="{D94CC924-B3BB-45CC-A1A7-DBDD1857BE28}" type="presOf" srcId="{A98A29A2-CA76-4FEA-89B5-4368A5D9280B}" destId="{E30C7566-B63D-4134-BD23-EF60E0B3BFF3}" srcOrd="0" destOrd="0" presId="urn:microsoft.com/office/officeart/2005/8/layout/hierarchy2"/>
    <dgm:cxn modelId="{5829E825-D7ED-495B-819A-57DF041B52FB}" type="presOf" srcId="{A47C7E20-F216-4406-BB36-28AC05ECEDCC}" destId="{6F5B9DD2-2B8F-423D-BC25-8FCC8801B29E}" srcOrd="0" destOrd="0" presId="urn:microsoft.com/office/officeart/2005/8/layout/hierarchy2"/>
    <dgm:cxn modelId="{46B56026-EB4F-41C0-A7AB-BAC3F698257F}" type="presOf" srcId="{3022B662-3BDB-4777-A8CD-B49C68669A42}" destId="{2DC76E8E-55FF-45CE-BD7F-8A5A434DDE8A}" srcOrd="0" destOrd="0" presId="urn:microsoft.com/office/officeart/2005/8/layout/hierarchy2"/>
    <dgm:cxn modelId="{AFB6DC2E-4177-4D03-9265-0B64EE8EF1D4}" srcId="{5DDC93D9-6AD7-4CED-9AEA-003CE234196D}" destId="{D7B64B24-9288-4498-B2CE-1C1A538A9721}" srcOrd="3" destOrd="0" parTransId="{54A84C8B-1641-4CEE-8A0D-98286475CC19}" sibTransId="{CF15505C-1BA1-4063-B04F-E90287EE2CA6}"/>
    <dgm:cxn modelId="{325B5D32-AB05-4FED-B27E-F0D9219C3B03}" type="presOf" srcId="{16122AA5-EFCF-4898-A8FF-64783CD69D88}" destId="{7141DEDA-F1E6-472D-A493-102B6AEBB5B4}" srcOrd="0" destOrd="0" presId="urn:microsoft.com/office/officeart/2005/8/layout/hierarchy2"/>
    <dgm:cxn modelId="{03145F36-CFD1-4B9E-8A3E-209824327ADD}" srcId="{022F30F5-FBD5-4F50-BA44-35DCB30E1CD6}" destId="{8A873AE6-14FB-4593-8561-FE42B984EE5A}" srcOrd="1" destOrd="0" parTransId="{6723B275-E42B-4C90-A865-3363B6114374}" sibTransId="{0299DD65-649D-4B9D-9153-C8FF24742EEE}"/>
    <dgm:cxn modelId="{C214083C-AD11-4351-85B7-C3DDA2D837C2}" type="presOf" srcId="{54A84C8B-1641-4CEE-8A0D-98286475CC19}" destId="{CE0CF2D8-E468-4F0B-95FA-B4A02742E3ED}" srcOrd="0" destOrd="0" presId="urn:microsoft.com/office/officeart/2005/8/layout/hierarchy2"/>
    <dgm:cxn modelId="{C310983D-96C4-4CC3-A19F-B3491C9DE7C2}" type="presOf" srcId="{3E9D6BBD-D160-4368-937D-DD09C87A905A}" destId="{7A1B3E52-52D2-4B23-B5DC-7A820404C98D}" srcOrd="1" destOrd="0" presId="urn:microsoft.com/office/officeart/2005/8/layout/hierarchy2"/>
    <dgm:cxn modelId="{32307C3E-C714-4518-9CCE-901031D21F77}" type="presOf" srcId="{64D7CA2C-6E5F-462E-8535-252B91D54886}" destId="{4A652EF6-F6EB-48BF-901C-1223E7501861}" srcOrd="1" destOrd="0" presId="urn:microsoft.com/office/officeart/2005/8/layout/hierarchy2"/>
    <dgm:cxn modelId="{512F025F-7551-45FD-8D47-5E00AFA0D459}" type="presOf" srcId="{AA82920F-3736-4CE9-824F-C8C7BAB73672}" destId="{EA400A63-4F3D-450E-AFB4-9C6AE09DA938}" srcOrd="1" destOrd="0" presId="urn:microsoft.com/office/officeart/2005/8/layout/hierarchy2"/>
    <dgm:cxn modelId="{D4EF2F5F-02FA-4D73-8891-EDEB74EBBEBD}" srcId="{5DDC93D9-6AD7-4CED-9AEA-003CE234196D}" destId="{1486BC30-7802-411E-B325-28335FD0B112}" srcOrd="0" destOrd="0" parTransId="{A98A29A2-CA76-4FEA-89B5-4368A5D9280B}" sibTransId="{8F32DB97-1D28-44EE-BE8D-189E0E5ADA46}"/>
    <dgm:cxn modelId="{0A065964-2FDD-400E-A914-7E31D38D41F5}" srcId="{5DDC93D9-6AD7-4CED-9AEA-003CE234196D}" destId="{022F30F5-FBD5-4F50-BA44-35DCB30E1CD6}" srcOrd="2" destOrd="0" parTransId="{3E9D6BBD-D160-4368-937D-DD09C87A905A}" sibTransId="{615D7016-1027-496A-9F82-746DD5B192FF}"/>
    <dgm:cxn modelId="{E9289149-1EA6-4D2C-819E-48664FB13068}" srcId="{022F30F5-FBD5-4F50-BA44-35DCB30E1CD6}" destId="{D1A84525-D47D-487A-A581-45A777281316}" srcOrd="2" destOrd="0" parTransId="{FECB7FFC-3F10-41CD-9FD0-25622FCB71AB}" sibTransId="{2D807DC4-81E5-4382-BA89-28EE75FA3AA7}"/>
    <dgm:cxn modelId="{0A262150-3D52-4242-9DD5-2A96B16613DC}" type="presOf" srcId="{1486BC30-7802-411E-B325-28335FD0B112}" destId="{AD0915C3-0469-4E0C-90CA-0F801B48FD1B}" srcOrd="0" destOrd="0" presId="urn:microsoft.com/office/officeart/2005/8/layout/hierarchy2"/>
    <dgm:cxn modelId="{2026ED50-A368-4F84-905A-91F47199BEB6}" type="presOf" srcId="{1121A3F5-D99A-4AF2-B11B-0C921E5F48DE}" destId="{A3AD8DE9-0A41-4F59-9808-8548472DCF02}" srcOrd="0" destOrd="0" presId="urn:microsoft.com/office/officeart/2005/8/layout/hierarchy2"/>
    <dgm:cxn modelId="{62ED6D72-28D0-40D9-B59E-0D1E7CD9D2C6}" type="presOf" srcId="{A858CF05-89D1-4936-9747-7155827E6323}" destId="{56597C18-76AB-407C-ABC2-84BAC22CFAFA}" srcOrd="0" destOrd="0" presId="urn:microsoft.com/office/officeart/2005/8/layout/hierarchy2"/>
    <dgm:cxn modelId="{E8B34B75-0D7C-4526-8570-3B445F4C510F}" type="presOf" srcId="{4A9E9493-8164-41B0-A585-1178F15EDAAB}" destId="{C24F2D23-8181-4CDF-9257-ABB9897DF4FD}" srcOrd="1" destOrd="0" presId="urn:microsoft.com/office/officeart/2005/8/layout/hierarchy2"/>
    <dgm:cxn modelId="{432DD956-DD48-4E31-A788-D67876AC6985}" type="presOf" srcId="{D7B64B24-9288-4498-B2CE-1C1A538A9721}" destId="{34D68D19-C977-481C-BA16-8BD897C68C33}" srcOrd="0" destOrd="0" presId="urn:microsoft.com/office/officeart/2005/8/layout/hierarchy2"/>
    <dgm:cxn modelId="{E5CB3477-57D1-4A39-82D2-C39FA3C0D715}" type="presOf" srcId="{A47C7E20-F216-4406-BB36-28AC05ECEDCC}" destId="{8E4F0A1C-F1B9-4EDC-BB7B-239C1D84CCAC}" srcOrd="1" destOrd="0" presId="urn:microsoft.com/office/officeart/2005/8/layout/hierarchy2"/>
    <dgm:cxn modelId="{DDF15F57-57EE-4AEF-B39C-2545EA51AAD7}" type="presOf" srcId="{FECB7FFC-3F10-41CD-9FD0-25622FCB71AB}" destId="{EA754EA8-4955-4F8F-97A7-10633E250592}" srcOrd="1" destOrd="0" presId="urn:microsoft.com/office/officeart/2005/8/layout/hierarchy2"/>
    <dgm:cxn modelId="{FDDB4757-05C0-4802-B755-32E285952A12}" type="presOf" srcId="{AE9BABCD-3FFA-4EF7-B388-26AEC28AEBB5}" destId="{B6AE0B46-A606-431A-876E-60E9DA67C6F3}" srcOrd="0" destOrd="0" presId="urn:microsoft.com/office/officeart/2005/8/layout/hierarchy2"/>
    <dgm:cxn modelId="{BF9E2458-DBFA-489B-BD66-EB4535214E29}" srcId="{022F30F5-FBD5-4F50-BA44-35DCB30E1CD6}" destId="{B079A344-8705-4F87-925D-9A9B2D1A2C37}" srcOrd="3" destOrd="0" parTransId="{D2613856-EB09-430D-BF97-B3DF49C15D78}" sibTransId="{73A8FFC9-EEF7-40CA-9995-004BAA6051E0}"/>
    <dgm:cxn modelId="{F8103B7F-0523-464B-856A-9BCBF0C3A7CB}" type="presOf" srcId="{B079A344-8705-4F87-925D-9A9B2D1A2C37}" destId="{FC8DFF44-66C2-44A5-8565-923663C64F14}" srcOrd="0" destOrd="0" presId="urn:microsoft.com/office/officeart/2005/8/layout/hierarchy2"/>
    <dgm:cxn modelId="{5BB95081-A651-4170-A321-D0B7A0624E28}" type="presOf" srcId="{8DDFF195-0116-4318-8CF2-D07F1794DDC3}" destId="{5D7E6395-EBFF-47CC-980C-B2EA77F8F460}" srcOrd="0" destOrd="0" presId="urn:microsoft.com/office/officeart/2005/8/layout/hierarchy2"/>
    <dgm:cxn modelId="{D8E24985-A5A2-490F-9F4A-E639DCADE56A}" type="presOf" srcId="{7FFFBD4C-E5A3-4D70-8B81-226C85E315CD}" destId="{176161BB-5F5B-468A-BF7E-52B54EA660A6}" srcOrd="0" destOrd="0" presId="urn:microsoft.com/office/officeart/2005/8/layout/hierarchy2"/>
    <dgm:cxn modelId="{F3FEE886-779D-45A3-8245-CBC1C3BC429B}" type="presOf" srcId="{D1A84525-D47D-487A-A581-45A777281316}" destId="{8BD9EF8E-F606-4E6F-8A75-18153FB10600}" srcOrd="0" destOrd="0" presId="urn:microsoft.com/office/officeart/2005/8/layout/hierarchy2"/>
    <dgm:cxn modelId="{67EC1C89-BAB7-40E7-BEB9-0E98981FFD32}" type="presOf" srcId="{8A873AE6-14FB-4593-8561-FE42B984EE5A}" destId="{FDFCB426-18F2-49EB-A7AD-1689D6F3C698}" srcOrd="0" destOrd="0" presId="urn:microsoft.com/office/officeart/2005/8/layout/hierarchy2"/>
    <dgm:cxn modelId="{AC7E978D-2914-4D6E-838A-C874A57FDF59}" srcId="{D7B64B24-9288-4498-B2CE-1C1A538A9721}" destId="{68D4271C-C143-4CA3-B4EA-8D381B1A76A3}" srcOrd="1" destOrd="0" parTransId="{AE9BABCD-3FFA-4EF7-B388-26AEC28AEBB5}" sibTransId="{4C3294D1-2658-4FCC-BB03-EDB4D3E5F0C8}"/>
    <dgm:cxn modelId="{DAF1978D-C92E-477B-BA31-3A19498C5FA2}" srcId="{D7B64B24-9288-4498-B2CE-1C1A538A9721}" destId="{1841E973-FA15-473C-9FB7-924499004F85}" srcOrd="0" destOrd="0" parTransId="{4A9E9493-8164-41B0-A585-1178F15EDAAB}" sibTransId="{3665651B-C98D-40DF-B673-42A76A3F29C4}"/>
    <dgm:cxn modelId="{5AD3AD92-D1CE-4A38-B521-538D9AC82810}" type="presOf" srcId="{2A29E923-EA36-4402-824A-91CC4C6EEFED}" destId="{1CC14A2F-D753-4092-A759-79EBE2899134}" srcOrd="1" destOrd="0" presId="urn:microsoft.com/office/officeart/2005/8/layout/hierarchy2"/>
    <dgm:cxn modelId="{0B658594-36D3-4686-BC7C-C5E51ABA784E}" srcId="{5DDC93D9-6AD7-4CED-9AEA-003CE234196D}" destId="{8F005DFA-8AE8-4318-A2F6-45E1ACC05B7A}" srcOrd="1" destOrd="0" parTransId="{7998B61B-8603-4811-865C-984B83D85BEE}" sibTransId="{F2F72632-0AFF-42FC-9F88-05D52379E89F}"/>
    <dgm:cxn modelId="{E7404197-2780-4C64-B921-1C192943D17A}" type="presOf" srcId="{8F005DFA-8AE8-4318-A2F6-45E1ACC05B7A}" destId="{8E024A3F-B1A5-4D14-95D4-2318BB576C84}" srcOrd="0" destOrd="0" presId="urn:microsoft.com/office/officeart/2005/8/layout/hierarchy2"/>
    <dgm:cxn modelId="{BE2A4B97-4CD8-4E04-AE93-0AFE12148AB8}" type="presOf" srcId="{C324B46F-0B7D-4EAC-A712-298ADF109810}" destId="{19FD382B-25DF-446C-85F1-28E0D6168E3D}" srcOrd="1" destOrd="0" presId="urn:microsoft.com/office/officeart/2005/8/layout/hierarchy2"/>
    <dgm:cxn modelId="{C6ADC49E-506A-446E-B3CA-047C163587C5}" srcId="{8F005DFA-8AE8-4318-A2F6-45E1ACC05B7A}" destId="{88E2C14A-0792-41E0-9FC5-A7100F28630C}" srcOrd="2" destOrd="0" parTransId="{AA82920F-3736-4CE9-824F-C8C7BAB73672}" sibTransId="{8A7EE3DB-8F9A-4F41-9BE7-A4AAF877F5DB}"/>
    <dgm:cxn modelId="{377B07A6-D1A6-4F6F-BA04-09A0B2CA944F}" type="presOf" srcId="{54A84C8B-1641-4CEE-8A0D-98286475CC19}" destId="{7D880BF7-026F-49EE-AF19-2A6082A0C54B}" srcOrd="1" destOrd="0" presId="urn:microsoft.com/office/officeart/2005/8/layout/hierarchy2"/>
    <dgm:cxn modelId="{BBA918A6-5F1A-4EAA-99D2-2C66365CA318}" type="presOf" srcId="{AA82920F-3736-4CE9-824F-C8C7BAB73672}" destId="{CC2FAE3C-A826-4246-875E-530BE080C7D5}" srcOrd="0" destOrd="0" presId="urn:microsoft.com/office/officeart/2005/8/layout/hierarchy2"/>
    <dgm:cxn modelId="{4DBBC2AD-757B-44DB-B9E3-946B3355F265}" type="presOf" srcId="{7998B61B-8603-4811-865C-984B83D85BEE}" destId="{11C4B8E5-DCB4-4A2E-8CF2-A1CA1EE7E1E4}" srcOrd="1" destOrd="0" presId="urn:microsoft.com/office/officeart/2005/8/layout/hierarchy2"/>
    <dgm:cxn modelId="{7011DAB1-0BB1-43B2-A43C-A6DE8D97D756}" type="presOf" srcId="{68D4271C-C143-4CA3-B4EA-8D381B1A76A3}" destId="{830E78AC-6CDD-45C4-96E7-4A251F2D8E3F}" srcOrd="0" destOrd="0" presId="urn:microsoft.com/office/officeart/2005/8/layout/hierarchy2"/>
    <dgm:cxn modelId="{55D883B2-101A-469B-BF31-F90D61588045}" type="presOf" srcId="{FECB7FFC-3F10-41CD-9FD0-25622FCB71AB}" destId="{DC747261-5B1A-451B-AA26-8DAB29F751B7}" srcOrd="0" destOrd="0" presId="urn:microsoft.com/office/officeart/2005/8/layout/hierarchy2"/>
    <dgm:cxn modelId="{F215DFB2-9199-45E7-BE78-83CE5F74316C}" srcId="{8F005DFA-8AE8-4318-A2F6-45E1ACC05B7A}" destId="{A0796FED-F639-469D-AF03-BD99F97AE070}" srcOrd="1" destOrd="0" parTransId="{5FB0AF08-0A75-4A24-ACC1-9A3BC26A81EA}" sibTransId="{34A26DCF-D43F-4679-9101-9C2D654F43B5}"/>
    <dgm:cxn modelId="{48AF16B3-C486-4439-B067-8CDB770D19A2}" type="presOf" srcId="{6723B275-E42B-4C90-A865-3363B6114374}" destId="{20885CA5-9117-4E86-9F5D-161BF2A82915}" srcOrd="0" destOrd="0" presId="urn:microsoft.com/office/officeart/2005/8/layout/hierarchy2"/>
    <dgm:cxn modelId="{E25F00BA-68B7-4A3D-A186-ADAEA152A268}" srcId="{1486BC30-7802-411E-B325-28335FD0B112}" destId="{8DDFF195-0116-4318-8CF2-D07F1794DDC3}" srcOrd="2" destOrd="0" parTransId="{5EDADE51-9952-4202-9E3D-F7C92C6E5A2D}" sibTransId="{CD05DC8B-45C1-4BBD-BE35-7BBC458F46E8}"/>
    <dgm:cxn modelId="{1D1B60BB-0987-417F-A100-3C7B53F9CDAE}" type="presOf" srcId="{1841E973-FA15-473C-9FB7-924499004F85}" destId="{583F4129-E818-45C5-A7B6-4ED384E89898}" srcOrd="0" destOrd="0" presId="urn:microsoft.com/office/officeart/2005/8/layout/hierarchy2"/>
    <dgm:cxn modelId="{592CE2BD-1C34-4AD8-8453-5F8E5C7A9CE4}" srcId="{022F30F5-FBD5-4F50-BA44-35DCB30E1CD6}" destId="{1121A3F5-D99A-4AF2-B11B-0C921E5F48DE}" srcOrd="0" destOrd="0" parTransId="{C324B46F-0B7D-4EAC-A712-298ADF109810}" sibTransId="{E35EF3B6-4ABE-469A-8D8A-8165D932B255}"/>
    <dgm:cxn modelId="{5C8895C2-4D31-4258-8DE1-27427FA0B83B}" type="presOf" srcId="{5DDC93D9-6AD7-4CED-9AEA-003CE234196D}" destId="{4CEF2527-17F8-4091-BBBA-E677290D6505}" srcOrd="0" destOrd="0" presId="urn:microsoft.com/office/officeart/2005/8/layout/hierarchy2"/>
    <dgm:cxn modelId="{6BE2D3C3-02DB-4B20-AA21-31CCBBDC8979}" srcId="{6A36FA4D-149A-49B6-800F-B5D0CD4E0266}" destId="{5DDC93D9-6AD7-4CED-9AEA-003CE234196D}" srcOrd="0" destOrd="0" parTransId="{3FEFA13D-1FA1-452E-8D6A-A8B46E1C464F}" sibTransId="{154F6312-07D2-4965-9A8D-0E391B30EBB6}"/>
    <dgm:cxn modelId="{3E6A5AC4-EEBC-4E50-B9F8-6E5CE74D70BC}" type="presOf" srcId="{5EDADE51-9952-4202-9E3D-F7C92C6E5A2D}" destId="{5D8B31B9-DC20-401D-93B4-407221573472}" srcOrd="1" destOrd="0" presId="urn:microsoft.com/office/officeart/2005/8/layout/hierarchy2"/>
    <dgm:cxn modelId="{A037CBC5-2630-4F4D-9619-E8F7C3A39E86}" type="presOf" srcId="{88E2C14A-0792-41E0-9FC5-A7100F28630C}" destId="{DB115909-3E40-48A9-9132-7F81A5FC1F49}" srcOrd="0" destOrd="0" presId="urn:microsoft.com/office/officeart/2005/8/layout/hierarchy2"/>
    <dgm:cxn modelId="{074194C7-7048-4ACE-9FDC-DB4E406282FE}" type="presOf" srcId="{2A29E923-EA36-4402-824A-91CC4C6EEFED}" destId="{640FC670-747B-48AA-9237-DF5E0DFA0EC1}" srcOrd="0" destOrd="0" presId="urn:microsoft.com/office/officeart/2005/8/layout/hierarchy2"/>
    <dgm:cxn modelId="{9F435DCE-58E0-49E2-AAF3-0C3C46E99A81}" type="presOf" srcId="{A98A29A2-CA76-4FEA-89B5-4368A5D9280B}" destId="{9AA4D05B-BF04-4540-BD67-CF4A05A15E40}" srcOrd="1" destOrd="0" presId="urn:microsoft.com/office/officeart/2005/8/layout/hierarchy2"/>
    <dgm:cxn modelId="{87462BCF-B679-41E0-8FDD-896A1B4E4872}" type="presOf" srcId="{D2613856-EB09-430D-BF97-B3DF49C15D78}" destId="{EBEC0A89-37DE-4B7D-884D-F49852E95C78}" srcOrd="1" destOrd="0" presId="urn:microsoft.com/office/officeart/2005/8/layout/hierarchy2"/>
    <dgm:cxn modelId="{840050D5-3EA6-4F70-B45E-E9566BC010FB}" type="presOf" srcId="{6723B275-E42B-4C90-A865-3363B6114374}" destId="{21639063-9D04-4DF2-B6AB-C8AA7D1567A3}" srcOrd="1" destOrd="0" presId="urn:microsoft.com/office/officeart/2005/8/layout/hierarchy2"/>
    <dgm:cxn modelId="{87FCA6D5-84CB-4EF2-B3BA-ABEFCD5E039F}" srcId="{D7B64B24-9288-4498-B2CE-1C1A538A9721}" destId="{A858CF05-89D1-4936-9747-7155827E6323}" srcOrd="2" destOrd="0" parTransId="{7FFFBD4C-E5A3-4D70-8B81-226C85E315CD}" sibTransId="{3C352FBA-8679-4E17-9CC4-C70D5AAA97D3}"/>
    <dgm:cxn modelId="{3A133FD9-E48A-4583-9C23-1E4E236E9776}" srcId="{1486BC30-7802-411E-B325-28335FD0B112}" destId="{AE80863D-52C9-4B06-AFEC-E5D026BC88CF}" srcOrd="3" destOrd="0" parTransId="{64D7CA2C-6E5F-462E-8535-252B91D54886}" sibTransId="{019911B0-2DC5-49C1-9F8C-F46026951AA4}"/>
    <dgm:cxn modelId="{F37AC7E0-E16D-4AD6-9CF4-72362DFE97FD}" type="presOf" srcId="{4A9E9493-8164-41B0-A585-1178F15EDAAB}" destId="{AFAFA931-9423-466E-A1CC-3C2786FFA030}" srcOrd="0" destOrd="0" presId="urn:microsoft.com/office/officeart/2005/8/layout/hierarchy2"/>
    <dgm:cxn modelId="{EA9143E6-D52D-4C67-85E4-FEEC8B291DDE}" type="presOf" srcId="{C324B46F-0B7D-4EAC-A712-298ADF109810}" destId="{9EE4D9A1-9AE3-4EC9-A55B-D53856F9E1E4}" srcOrd="0" destOrd="0" presId="urn:microsoft.com/office/officeart/2005/8/layout/hierarchy2"/>
    <dgm:cxn modelId="{891ECDE6-EB0C-4BD6-8413-66806E7FA14E}" type="presOf" srcId="{AE80863D-52C9-4B06-AFEC-E5D026BC88CF}" destId="{2F45398F-A67C-49E6-AAC6-E7BD3E8FAF5E}" srcOrd="0" destOrd="0" presId="urn:microsoft.com/office/officeart/2005/8/layout/hierarchy2"/>
    <dgm:cxn modelId="{8DC710EE-7A5D-44C2-89B6-565386989858}" type="presOf" srcId="{5FB0AF08-0A75-4A24-ACC1-9A3BC26A81EA}" destId="{B0F1E3AC-37BA-4616-A076-39AEAB8192F0}" srcOrd="1" destOrd="0" presId="urn:microsoft.com/office/officeart/2005/8/layout/hierarchy2"/>
    <dgm:cxn modelId="{FBAC02F1-7427-45EA-A865-35448D238AB9}" type="presOf" srcId="{5FB0AF08-0A75-4A24-ACC1-9A3BC26A81EA}" destId="{7D803A70-F389-4504-B663-B198D5310B55}" srcOrd="0" destOrd="0" presId="urn:microsoft.com/office/officeart/2005/8/layout/hierarchy2"/>
    <dgm:cxn modelId="{45B538FA-C442-4FEA-B951-4AB3A290BDD9}" type="presOf" srcId="{3BEA541E-77F5-4C06-9814-900A21269A60}" destId="{518DE844-9832-4D28-8D57-DC71FFE247C4}" srcOrd="0" destOrd="0" presId="urn:microsoft.com/office/officeart/2005/8/layout/hierarchy2"/>
    <dgm:cxn modelId="{3749B4FA-EF5F-469B-B14B-1131D0BC9A6A}" type="presOf" srcId="{7FFFBD4C-E5A3-4D70-8B81-226C85E315CD}" destId="{0D3F8F78-A51E-4B8C-8666-BF942B9B0F65}" srcOrd="1" destOrd="0" presId="urn:microsoft.com/office/officeart/2005/8/layout/hierarchy2"/>
    <dgm:cxn modelId="{3AC5B7FB-E015-4BE3-92CE-61C1FCA4E385}" type="presOf" srcId="{A0796FED-F639-469D-AF03-BD99F97AE070}" destId="{44787D0B-7474-4903-9AEA-BABB50404F80}" srcOrd="0" destOrd="0" presId="urn:microsoft.com/office/officeart/2005/8/layout/hierarchy2"/>
    <dgm:cxn modelId="{74B218FE-B3D9-4AE9-81CF-DA26DF1D99C4}" type="presOf" srcId="{6A36FA4D-149A-49B6-800F-B5D0CD4E0266}" destId="{59138C2F-7BFA-4311-95C6-3231099789B0}" srcOrd="0" destOrd="0" presId="urn:microsoft.com/office/officeart/2005/8/layout/hierarchy2"/>
    <dgm:cxn modelId="{C89E8F28-5DBE-4C27-B124-495423CCA6EE}" type="presParOf" srcId="{59138C2F-7BFA-4311-95C6-3231099789B0}" destId="{39C5A37B-5FE2-40FA-B962-7FFFB0BCF6AF}" srcOrd="0" destOrd="0" presId="urn:microsoft.com/office/officeart/2005/8/layout/hierarchy2"/>
    <dgm:cxn modelId="{65B0CF77-93DD-4019-B647-B50CAABEC7D9}" type="presParOf" srcId="{39C5A37B-5FE2-40FA-B962-7FFFB0BCF6AF}" destId="{4CEF2527-17F8-4091-BBBA-E677290D6505}" srcOrd="0" destOrd="0" presId="urn:microsoft.com/office/officeart/2005/8/layout/hierarchy2"/>
    <dgm:cxn modelId="{C4439E5B-87E6-43F4-A6C9-A7CF518C439F}" type="presParOf" srcId="{39C5A37B-5FE2-40FA-B962-7FFFB0BCF6AF}" destId="{B85C64B6-92D1-4763-807B-2BD3376D9AD7}" srcOrd="1" destOrd="0" presId="urn:microsoft.com/office/officeart/2005/8/layout/hierarchy2"/>
    <dgm:cxn modelId="{63D1728D-05F8-4226-8B5E-E6EED46924BA}" type="presParOf" srcId="{B85C64B6-92D1-4763-807B-2BD3376D9AD7}" destId="{E30C7566-B63D-4134-BD23-EF60E0B3BFF3}" srcOrd="0" destOrd="0" presId="urn:microsoft.com/office/officeart/2005/8/layout/hierarchy2"/>
    <dgm:cxn modelId="{3C1F930D-6E7B-46A4-BC96-043B7F352F4B}" type="presParOf" srcId="{E30C7566-B63D-4134-BD23-EF60E0B3BFF3}" destId="{9AA4D05B-BF04-4540-BD67-CF4A05A15E40}" srcOrd="0" destOrd="0" presId="urn:microsoft.com/office/officeart/2005/8/layout/hierarchy2"/>
    <dgm:cxn modelId="{109DC8A3-D73F-4270-997C-BB7CBF350DAE}" type="presParOf" srcId="{B85C64B6-92D1-4763-807B-2BD3376D9AD7}" destId="{87F549D2-EA17-40B1-96C5-CA723855D429}" srcOrd="1" destOrd="0" presId="urn:microsoft.com/office/officeart/2005/8/layout/hierarchy2"/>
    <dgm:cxn modelId="{12D97B4E-B735-4335-8BBF-6FE48CC60641}" type="presParOf" srcId="{87F549D2-EA17-40B1-96C5-CA723855D429}" destId="{AD0915C3-0469-4E0C-90CA-0F801B48FD1B}" srcOrd="0" destOrd="0" presId="urn:microsoft.com/office/officeart/2005/8/layout/hierarchy2"/>
    <dgm:cxn modelId="{7804BD7C-FE08-49D9-B674-AF8D2F3CF68B}" type="presParOf" srcId="{87F549D2-EA17-40B1-96C5-CA723855D429}" destId="{2B5D5084-2C21-41C4-A545-968A3A8C79C7}" srcOrd="1" destOrd="0" presId="urn:microsoft.com/office/officeart/2005/8/layout/hierarchy2"/>
    <dgm:cxn modelId="{A0A038CC-7AFE-4DA5-8517-C929CD5ADEDF}" type="presParOf" srcId="{2B5D5084-2C21-41C4-A545-968A3A8C79C7}" destId="{640FC670-747B-48AA-9237-DF5E0DFA0EC1}" srcOrd="0" destOrd="0" presId="urn:microsoft.com/office/officeart/2005/8/layout/hierarchy2"/>
    <dgm:cxn modelId="{A5C42D8A-8E89-42FA-80C5-69FAFDF7C323}" type="presParOf" srcId="{640FC670-747B-48AA-9237-DF5E0DFA0EC1}" destId="{1CC14A2F-D753-4092-A759-79EBE2899134}" srcOrd="0" destOrd="0" presId="urn:microsoft.com/office/officeart/2005/8/layout/hierarchy2"/>
    <dgm:cxn modelId="{2CC9DB2F-0933-4DAC-9F01-D41B1F333EAA}" type="presParOf" srcId="{2B5D5084-2C21-41C4-A545-968A3A8C79C7}" destId="{6ACADA30-6874-42CB-9EDF-B171928E386D}" srcOrd="1" destOrd="0" presId="urn:microsoft.com/office/officeart/2005/8/layout/hierarchy2"/>
    <dgm:cxn modelId="{BECCBE1D-DCC7-4460-BF9B-1168B9B5BDF1}" type="presParOf" srcId="{6ACADA30-6874-42CB-9EDF-B171928E386D}" destId="{7141DEDA-F1E6-472D-A493-102B6AEBB5B4}" srcOrd="0" destOrd="0" presId="urn:microsoft.com/office/officeart/2005/8/layout/hierarchy2"/>
    <dgm:cxn modelId="{CAB15CA3-A72A-4961-9B51-81D2DE322961}" type="presParOf" srcId="{6ACADA30-6874-42CB-9EDF-B171928E386D}" destId="{F51427A5-70F7-4BF4-A43C-8438333A53D1}" srcOrd="1" destOrd="0" presId="urn:microsoft.com/office/officeart/2005/8/layout/hierarchy2"/>
    <dgm:cxn modelId="{63E6733C-7324-49A5-9261-CB9F4A4EF9B1}" type="presParOf" srcId="{2B5D5084-2C21-41C4-A545-968A3A8C79C7}" destId="{6F5B9DD2-2B8F-423D-BC25-8FCC8801B29E}" srcOrd="2" destOrd="0" presId="urn:microsoft.com/office/officeart/2005/8/layout/hierarchy2"/>
    <dgm:cxn modelId="{282DDF3C-A9E9-4536-B9A8-AF35931DDFC8}" type="presParOf" srcId="{6F5B9DD2-2B8F-423D-BC25-8FCC8801B29E}" destId="{8E4F0A1C-F1B9-4EDC-BB7B-239C1D84CCAC}" srcOrd="0" destOrd="0" presId="urn:microsoft.com/office/officeart/2005/8/layout/hierarchy2"/>
    <dgm:cxn modelId="{A90F37B6-F721-4E63-960F-A487B05787EF}" type="presParOf" srcId="{2B5D5084-2C21-41C4-A545-968A3A8C79C7}" destId="{3CE2E7AE-C07B-4129-B15B-69495DC5C8B3}" srcOrd="3" destOrd="0" presId="urn:microsoft.com/office/officeart/2005/8/layout/hierarchy2"/>
    <dgm:cxn modelId="{B9B80D46-B8AE-488F-9E58-69C8290E1501}" type="presParOf" srcId="{3CE2E7AE-C07B-4129-B15B-69495DC5C8B3}" destId="{A54BC2A2-728F-4CEF-9FB1-5B181ECAE372}" srcOrd="0" destOrd="0" presId="urn:microsoft.com/office/officeart/2005/8/layout/hierarchy2"/>
    <dgm:cxn modelId="{B93856A7-2F82-46C0-87D5-C0A9C297D808}" type="presParOf" srcId="{3CE2E7AE-C07B-4129-B15B-69495DC5C8B3}" destId="{51C5DA25-EEAE-451F-B64E-9A50B5EC9E98}" srcOrd="1" destOrd="0" presId="urn:microsoft.com/office/officeart/2005/8/layout/hierarchy2"/>
    <dgm:cxn modelId="{7B5D7736-6094-45B3-9356-234CCF399841}" type="presParOf" srcId="{2B5D5084-2C21-41C4-A545-968A3A8C79C7}" destId="{EA0C78BC-6434-43CD-99D2-01257208DCED}" srcOrd="4" destOrd="0" presId="urn:microsoft.com/office/officeart/2005/8/layout/hierarchy2"/>
    <dgm:cxn modelId="{027E74D1-399A-42AB-8DD4-7E5FE3F98539}" type="presParOf" srcId="{EA0C78BC-6434-43CD-99D2-01257208DCED}" destId="{5D8B31B9-DC20-401D-93B4-407221573472}" srcOrd="0" destOrd="0" presId="urn:microsoft.com/office/officeart/2005/8/layout/hierarchy2"/>
    <dgm:cxn modelId="{751CA015-3D19-42BB-B223-BF001D453020}" type="presParOf" srcId="{2B5D5084-2C21-41C4-A545-968A3A8C79C7}" destId="{8507DE80-F464-4D5C-B107-0C81C6730DEB}" srcOrd="5" destOrd="0" presId="urn:microsoft.com/office/officeart/2005/8/layout/hierarchy2"/>
    <dgm:cxn modelId="{A8A2F14E-690C-4F8E-83E2-AE2FAB1476A0}" type="presParOf" srcId="{8507DE80-F464-4D5C-B107-0C81C6730DEB}" destId="{5D7E6395-EBFF-47CC-980C-B2EA77F8F460}" srcOrd="0" destOrd="0" presId="urn:microsoft.com/office/officeart/2005/8/layout/hierarchy2"/>
    <dgm:cxn modelId="{FF8CE49A-806D-4C7A-931A-1BDF353CB136}" type="presParOf" srcId="{8507DE80-F464-4D5C-B107-0C81C6730DEB}" destId="{03D57C59-8074-4CE8-A03E-5C4B13208382}" srcOrd="1" destOrd="0" presId="urn:microsoft.com/office/officeart/2005/8/layout/hierarchy2"/>
    <dgm:cxn modelId="{F4FA2BDF-A531-470D-938F-2D4EEA3CC423}" type="presParOf" srcId="{2B5D5084-2C21-41C4-A545-968A3A8C79C7}" destId="{2B349EE9-5D1B-45D0-981E-F59198347EE3}" srcOrd="6" destOrd="0" presId="urn:microsoft.com/office/officeart/2005/8/layout/hierarchy2"/>
    <dgm:cxn modelId="{9FFF4318-CA37-4CB1-A21A-47C6E173AD1D}" type="presParOf" srcId="{2B349EE9-5D1B-45D0-981E-F59198347EE3}" destId="{4A652EF6-F6EB-48BF-901C-1223E7501861}" srcOrd="0" destOrd="0" presId="urn:microsoft.com/office/officeart/2005/8/layout/hierarchy2"/>
    <dgm:cxn modelId="{2BC7D2AF-B817-45F5-9710-922A3C08E825}" type="presParOf" srcId="{2B5D5084-2C21-41C4-A545-968A3A8C79C7}" destId="{65CFD32F-AA98-47FB-846B-D5408B1EAE1B}" srcOrd="7" destOrd="0" presId="urn:microsoft.com/office/officeart/2005/8/layout/hierarchy2"/>
    <dgm:cxn modelId="{70532ABE-2027-4C03-B875-6DA9777DE8A4}" type="presParOf" srcId="{65CFD32F-AA98-47FB-846B-D5408B1EAE1B}" destId="{2F45398F-A67C-49E6-AAC6-E7BD3E8FAF5E}" srcOrd="0" destOrd="0" presId="urn:microsoft.com/office/officeart/2005/8/layout/hierarchy2"/>
    <dgm:cxn modelId="{8B078BBE-1662-4D74-B416-ACE9657007D4}" type="presParOf" srcId="{65CFD32F-AA98-47FB-846B-D5408B1EAE1B}" destId="{6CE808FD-FDFD-4544-9DF2-E506C2B666E1}" srcOrd="1" destOrd="0" presId="urn:microsoft.com/office/officeart/2005/8/layout/hierarchy2"/>
    <dgm:cxn modelId="{3BF6AA19-1587-4F1C-BBC0-196BF83972F7}" type="presParOf" srcId="{B85C64B6-92D1-4763-807B-2BD3376D9AD7}" destId="{BCB12CC9-D854-4B84-A677-17045B02B7EC}" srcOrd="2" destOrd="0" presId="urn:microsoft.com/office/officeart/2005/8/layout/hierarchy2"/>
    <dgm:cxn modelId="{05223A62-000B-4735-B132-19A3C9F568DD}" type="presParOf" srcId="{BCB12CC9-D854-4B84-A677-17045B02B7EC}" destId="{11C4B8E5-DCB4-4A2E-8CF2-A1CA1EE7E1E4}" srcOrd="0" destOrd="0" presId="urn:microsoft.com/office/officeart/2005/8/layout/hierarchy2"/>
    <dgm:cxn modelId="{D6430F6E-B0E3-4192-BC3B-924BE0BC3499}" type="presParOf" srcId="{B85C64B6-92D1-4763-807B-2BD3376D9AD7}" destId="{9F79E905-8993-4845-97EB-28BE16D62FA1}" srcOrd="3" destOrd="0" presId="urn:microsoft.com/office/officeart/2005/8/layout/hierarchy2"/>
    <dgm:cxn modelId="{E93B2588-080D-4C4D-B933-A3B251C3DAE9}" type="presParOf" srcId="{9F79E905-8993-4845-97EB-28BE16D62FA1}" destId="{8E024A3F-B1A5-4D14-95D4-2318BB576C84}" srcOrd="0" destOrd="0" presId="urn:microsoft.com/office/officeart/2005/8/layout/hierarchy2"/>
    <dgm:cxn modelId="{59CB92BF-9E33-4ED9-8098-E55756B48514}" type="presParOf" srcId="{9F79E905-8993-4845-97EB-28BE16D62FA1}" destId="{F39D8BF9-FD80-4536-B312-6E7C775F8305}" srcOrd="1" destOrd="0" presId="urn:microsoft.com/office/officeart/2005/8/layout/hierarchy2"/>
    <dgm:cxn modelId="{F5557FC3-C51C-42C6-A119-4BEBAE6267E5}" type="presParOf" srcId="{F39D8BF9-FD80-4536-B312-6E7C775F8305}" destId="{2DC76E8E-55FF-45CE-BD7F-8A5A434DDE8A}" srcOrd="0" destOrd="0" presId="urn:microsoft.com/office/officeart/2005/8/layout/hierarchy2"/>
    <dgm:cxn modelId="{3BB21AE8-7BAE-429A-AF7D-E440C39F466D}" type="presParOf" srcId="{2DC76E8E-55FF-45CE-BD7F-8A5A434DDE8A}" destId="{8F726F28-C887-4400-9A36-C6B870B47D08}" srcOrd="0" destOrd="0" presId="urn:microsoft.com/office/officeart/2005/8/layout/hierarchy2"/>
    <dgm:cxn modelId="{C5A787CF-D121-4D32-89E9-3312C25CE691}" type="presParOf" srcId="{F39D8BF9-FD80-4536-B312-6E7C775F8305}" destId="{2DD29C10-3EB7-40DD-937B-488A2D06267A}" srcOrd="1" destOrd="0" presId="urn:microsoft.com/office/officeart/2005/8/layout/hierarchy2"/>
    <dgm:cxn modelId="{723EE5E4-9EA4-4C82-BFB9-3C17D8244A16}" type="presParOf" srcId="{2DD29C10-3EB7-40DD-937B-488A2D06267A}" destId="{518DE844-9832-4D28-8D57-DC71FFE247C4}" srcOrd="0" destOrd="0" presId="urn:microsoft.com/office/officeart/2005/8/layout/hierarchy2"/>
    <dgm:cxn modelId="{3AD06140-714D-4999-8F30-029799259BC0}" type="presParOf" srcId="{2DD29C10-3EB7-40DD-937B-488A2D06267A}" destId="{BE19FF5C-D4AA-478D-8747-6829D03CDD8A}" srcOrd="1" destOrd="0" presId="urn:microsoft.com/office/officeart/2005/8/layout/hierarchy2"/>
    <dgm:cxn modelId="{09C661F6-7053-4700-8946-9CD17758A04A}" type="presParOf" srcId="{F39D8BF9-FD80-4536-B312-6E7C775F8305}" destId="{7D803A70-F389-4504-B663-B198D5310B55}" srcOrd="2" destOrd="0" presId="urn:microsoft.com/office/officeart/2005/8/layout/hierarchy2"/>
    <dgm:cxn modelId="{46F484CD-A2E8-488C-8A8F-A33129D301FB}" type="presParOf" srcId="{7D803A70-F389-4504-B663-B198D5310B55}" destId="{B0F1E3AC-37BA-4616-A076-39AEAB8192F0}" srcOrd="0" destOrd="0" presId="urn:microsoft.com/office/officeart/2005/8/layout/hierarchy2"/>
    <dgm:cxn modelId="{700F58DB-309E-4ECF-8844-643AD80E37AD}" type="presParOf" srcId="{F39D8BF9-FD80-4536-B312-6E7C775F8305}" destId="{0DDA4BC3-CB37-4E61-9273-76690A85832C}" srcOrd="3" destOrd="0" presId="urn:microsoft.com/office/officeart/2005/8/layout/hierarchy2"/>
    <dgm:cxn modelId="{16956EF7-B353-4D95-88D3-8018BA46ED74}" type="presParOf" srcId="{0DDA4BC3-CB37-4E61-9273-76690A85832C}" destId="{44787D0B-7474-4903-9AEA-BABB50404F80}" srcOrd="0" destOrd="0" presId="urn:microsoft.com/office/officeart/2005/8/layout/hierarchy2"/>
    <dgm:cxn modelId="{C2F45001-7605-4B9F-B562-300EF3F3F951}" type="presParOf" srcId="{0DDA4BC3-CB37-4E61-9273-76690A85832C}" destId="{D2039C59-2BE1-43A3-BDBC-CCC11E13601C}" srcOrd="1" destOrd="0" presId="urn:microsoft.com/office/officeart/2005/8/layout/hierarchy2"/>
    <dgm:cxn modelId="{2E57D423-CA63-4B6B-8A85-15A7B9BD5E1B}" type="presParOf" srcId="{F39D8BF9-FD80-4536-B312-6E7C775F8305}" destId="{CC2FAE3C-A826-4246-875E-530BE080C7D5}" srcOrd="4" destOrd="0" presId="urn:microsoft.com/office/officeart/2005/8/layout/hierarchy2"/>
    <dgm:cxn modelId="{21561206-7AE0-4C0E-B78B-EE330D57AEC3}" type="presParOf" srcId="{CC2FAE3C-A826-4246-875E-530BE080C7D5}" destId="{EA400A63-4F3D-450E-AFB4-9C6AE09DA938}" srcOrd="0" destOrd="0" presId="urn:microsoft.com/office/officeart/2005/8/layout/hierarchy2"/>
    <dgm:cxn modelId="{A8D879FE-680F-4D1E-966E-445BF1EF7523}" type="presParOf" srcId="{F39D8BF9-FD80-4536-B312-6E7C775F8305}" destId="{660E67FE-FE56-4795-B198-B7E52D9996D4}" srcOrd="5" destOrd="0" presId="urn:microsoft.com/office/officeart/2005/8/layout/hierarchy2"/>
    <dgm:cxn modelId="{C22D2070-9BB2-400D-9E32-4B0F9FF247A6}" type="presParOf" srcId="{660E67FE-FE56-4795-B198-B7E52D9996D4}" destId="{DB115909-3E40-48A9-9132-7F81A5FC1F49}" srcOrd="0" destOrd="0" presId="urn:microsoft.com/office/officeart/2005/8/layout/hierarchy2"/>
    <dgm:cxn modelId="{07F62560-D89A-4D64-AACB-4B440F43A4B9}" type="presParOf" srcId="{660E67FE-FE56-4795-B198-B7E52D9996D4}" destId="{F8558B7B-253D-48DC-9C13-B56A2E0FB15C}" srcOrd="1" destOrd="0" presId="urn:microsoft.com/office/officeart/2005/8/layout/hierarchy2"/>
    <dgm:cxn modelId="{2DB0F987-7983-47FC-A5EA-39FADFD17788}" type="presParOf" srcId="{B85C64B6-92D1-4763-807B-2BD3376D9AD7}" destId="{F4FC86CF-EF46-419C-8C65-CC844A9CA208}" srcOrd="4" destOrd="0" presId="urn:microsoft.com/office/officeart/2005/8/layout/hierarchy2"/>
    <dgm:cxn modelId="{689DAEA9-7F08-4085-B987-25758BCF3D3B}" type="presParOf" srcId="{F4FC86CF-EF46-419C-8C65-CC844A9CA208}" destId="{7A1B3E52-52D2-4B23-B5DC-7A820404C98D}" srcOrd="0" destOrd="0" presId="urn:microsoft.com/office/officeart/2005/8/layout/hierarchy2"/>
    <dgm:cxn modelId="{D9CA3AA8-43AE-4F72-A85C-E5A92FC77EFE}" type="presParOf" srcId="{B85C64B6-92D1-4763-807B-2BD3376D9AD7}" destId="{91C4952C-6211-4067-ABFE-3E9FC9D3B8EF}" srcOrd="5" destOrd="0" presId="urn:microsoft.com/office/officeart/2005/8/layout/hierarchy2"/>
    <dgm:cxn modelId="{6141EED3-1C29-47DB-805F-454648B6D97C}" type="presParOf" srcId="{91C4952C-6211-4067-ABFE-3E9FC9D3B8EF}" destId="{0701A2D6-0091-4316-92F4-BF074E67863E}" srcOrd="0" destOrd="0" presId="urn:microsoft.com/office/officeart/2005/8/layout/hierarchy2"/>
    <dgm:cxn modelId="{24952C54-ABBC-40F9-A1F9-5978BDBC94B3}" type="presParOf" srcId="{91C4952C-6211-4067-ABFE-3E9FC9D3B8EF}" destId="{7228DD0E-7743-4896-A4A1-19A1B723E33B}" srcOrd="1" destOrd="0" presId="urn:microsoft.com/office/officeart/2005/8/layout/hierarchy2"/>
    <dgm:cxn modelId="{0CBC3129-EB5A-489C-85A7-C4CC78E46A95}" type="presParOf" srcId="{7228DD0E-7743-4896-A4A1-19A1B723E33B}" destId="{9EE4D9A1-9AE3-4EC9-A55B-D53856F9E1E4}" srcOrd="0" destOrd="0" presId="urn:microsoft.com/office/officeart/2005/8/layout/hierarchy2"/>
    <dgm:cxn modelId="{7B3427FC-C30C-423D-A07B-8F3615984497}" type="presParOf" srcId="{9EE4D9A1-9AE3-4EC9-A55B-D53856F9E1E4}" destId="{19FD382B-25DF-446C-85F1-28E0D6168E3D}" srcOrd="0" destOrd="0" presId="urn:microsoft.com/office/officeart/2005/8/layout/hierarchy2"/>
    <dgm:cxn modelId="{10F83912-FF1D-4759-87E6-A6E7E2DE22C0}" type="presParOf" srcId="{7228DD0E-7743-4896-A4A1-19A1B723E33B}" destId="{B3AC8F92-E7DD-4B03-B736-B2815FFF13AF}" srcOrd="1" destOrd="0" presId="urn:microsoft.com/office/officeart/2005/8/layout/hierarchy2"/>
    <dgm:cxn modelId="{22D5A78D-E8A5-46EE-B4C4-E060040BEEBB}" type="presParOf" srcId="{B3AC8F92-E7DD-4B03-B736-B2815FFF13AF}" destId="{A3AD8DE9-0A41-4F59-9808-8548472DCF02}" srcOrd="0" destOrd="0" presId="urn:microsoft.com/office/officeart/2005/8/layout/hierarchy2"/>
    <dgm:cxn modelId="{B2EC3D64-EB3A-47E0-A2DD-D51513998229}" type="presParOf" srcId="{B3AC8F92-E7DD-4B03-B736-B2815FFF13AF}" destId="{189BF067-A98C-4E26-A40B-71CC070FCC49}" srcOrd="1" destOrd="0" presId="urn:microsoft.com/office/officeart/2005/8/layout/hierarchy2"/>
    <dgm:cxn modelId="{0622C895-50E4-427E-BA39-CF2F7A1844E9}" type="presParOf" srcId="{7228DD0E-7743-4896-A4A1-19A1B723E33B}" destId="{20885CA5-9117-4E86-9F5D-161BF2A82915}" srcOrd="2" destOrd="0" presId="urn:microsoft.com/office/officeart/2005/8/layout/hierarchy2"/>
    <dgm:cxn modelId="{FC08FCB3-2BBC-4D8B-93F2-B4F8C59A11F2}" type="presParOf" srcId="{20885CA5-9117-4E86-9F5D-161BF2A82915}" destId="{21639063-9D04-4DF2-B6AB-C8AA7D1567A3}" srcOrd="0" destOrd="0" presId="urn:microsoft.com/office/officeart/2005/8/layout/hierarchy2"/>
    <dgm:cxn modelId="{791CE845-8D55-4C68-B011-6276E5F4B74F}" type="presParOf" srcId="{7228DD0E-7743-4896-A4A1-19A1B723E33B}" destId="{730BA1AB-A2D3-4BD8-B7D0-020B9F598EB4}" srcOrd="3" destOrd="0" presId="urn:microsoft.com/office/officeart/2005/8/layout/hierarchy2"/>
    <dgm:cxn modelId="{2C141DB0-9642-4AEE-8831-5E28E9D12079}" type="presParOf" srcId="{730BA1AB-A2D3-4BD8-B7D0-020B9F598EB4}" destId="{FDFCB426-18F2-49EB-A7AD-1689D6F3C698}" srcOrd="0" destOrd="0" presId="urn:microsoft.com/office/officeart/2005/8/layout/hierarchy2"/>
    <dgm:cxn modelId="{87E3CFC8-2C45-404E-8EC5-0191ADFA1427}" type="presParOf" srcId="{730BA1AB-A2D3-4BD8-B7D0-020B9F598EB4}" destId="{9401F2C8-69E0-4E5C-85FB-BBD5801C3165}" srcOrd="1" destOrd="0" presId="urn:microsoft.com/office/officeart/2005/8/layout/hierarchy2"/>
    <dgm:cxn modelId="{14CC2EAF-1FB7-4301-920E-DD34CE501757}" type="presParOf" srcId="{7228DD0E-7743-4896-A4A1-19A1B723E33B}" destId="{DC747261-5B1A-451B-AA26-8DAB29F751B7}" srcOrd="4" destOrd="0" presId="urn:microsoft.com/office/officeart/2005/8/layout/hierarchy2"/>
    <dgm:cxn modelId="{59976B53-C06D-4121-AAD4-360D7F5B2DB8}" type="presParOf" srcId="{DC747261-5B1A-451B-AA26-8DAB29F751B7}" destId="{EA754EA8-4955-4F8F-97A7-10633E250592}" srcOrd="0" destOrd="0" presId="urn:microsoft.com/office/officeart/2005/8/layout/hierarchy2"/>
    <dgm:cxn modelId="{AA18FEAC-3F41-46EA-B9E6-8FAA85ACFCC2}" type="presParOf" srcId="{7228DD0E-7743-4896-A4A1-19A1B723E33B}" destId="{12C0C781-BD8E-4479-97EF-B6DC3A0CC883}" srcOrd="5" destOrd="0" presId="urn:microsoft.com/office/officeart/2005/8/layout/hierarchy2"/>
    <dgm:cxn modelId="{AD5D119A-00D9-4576-9228-F1A706FA6494}" type="presParOf" srcId="{12C0C781-BD8E-4479-97EF-B6DC3A0CC883}" destId="{8BD9EF8E-F606-4E6F-8A75-18153FB10600}" srcOrd="0" destOrd="0" presId="urn:microsoft.com/office/officeart/2005/8/layout/hierarchy2"/>
    <dgm:cxn modelId="{CD0D09C4-1F5A-49FF-A275-FF1E95BF105D}" type="presParOf" srcId="{12C0C781-BD8E-4479-97EF-B6DC3A0CC883}" destId="{EBA792C3-4E64-4DDE-BC72-55E6335A1333}" srcOrd="1" destOrd="0" presId="urn:microsoft.com/office/officeart/2005/8/layout/hierarchy2"/>
    <dgm:cxn modelId="{C388FA7A-29D0-4E11-BB3B-6DCA0B3ED159}" type="presParOf" srcId="{7228DD0E-7743-4896-A4A1-19A1B723E33B}" destId="{930B3594-B507-4205-B2E9-C51112E6A9D2}" srcOrd="6" destOrd="0" presId="urn:microsoft.com/office/officeart/2005/8/layout/hierarchy2"/>
    <dgm:cxn modelId="{09D617B4-25FA-43DC-8C29-431F1E4FECB1}" type="presParOf" srcId="{930B3594-B507-4205-B2E9-C51112E6A9D2}" destId="{EBEC0A89-37DE-4B7D-884D-F49852E95C78}" srcOrd="0" destOrd="0" presId="urn:microsoft.com/office/officeart/2005/8/layout/hierarchy2"/>
    <dgm:cxn modelId="{FFB2C5CE-1DBE-40A8-88DD-044A32BFCAC7}" type="presParOf" srcId="{7228DD0E-7743-4896-A4A1-19A1B723E33B}" destId="{9278E3A8-B7C5-4FB6-AC68-A236A6B2B916}" srcOrd="7" destOrd="0" presId="urn:microsoft.com/office/officeart/2005/8/layout/hierarchy2"/>
    <dgm:cxn modelId="{58BED54D-2A3D-42B3-9849-ACB65A4C86B7}" type="presParOf" srcId="{9278E3A8-B7C5-4FB6-AC68-A236A6B2B916}" destId="{FC8DFF44-66C2-44A5-8565-923663C64F14}" srcOrd="0" destOrd="0" presId="urn:microsoft.com/office/officeart/2005/8/layout/hierarchy2"/>
    <dgm:cxn modelId="{E41422ED-050F-4170-B205-63C23AB85F2B}" type="presParOf" srcId="{9278E3A8-B7C5-4FB6-AC68-A236A6B2B916}" destId="{2F4D73D9-3077-4DBE-A00E-D077EE419261}" srcOrd="1" destOrd="0" presId="urn:microsoft.com/office/officeart/2005/8/layout/hierarchy2"/>
    <dgm:cxn modelId="{801FF06B-FE4A-41E3-994C-35B1C10A8A81}" type="presParOf" srcId="{B85C64B6-92D1-4763-807B-2BD3376D9AD7}" destId="{CE0CF2D8-E468-4F0B-95FA-B4A02742E3ED}" srcOrd="6" destOrd="0" presId="urn:microsoft.com/office/officeart/2005/8/layout/hierarchy2"/>
    <dgm:cxn modelId="{8AEC075F-068F-414C-A5D6-5D38AFA51A49}" type="presParOf" srcId="{CE0CF2D8-E468-4F0B-95FA-B4A02742E3ED}" destId="{7D880BF7-026F-49EE-AF19-2A6082A0C54B}" srcOrd="0" destOrd="0" presId="urn:microsoft.com/office/officeart/2005/8/layout/hierarchy2"/>
    <dgm:cxn modelId="{F115C832-7D8D-45CE-BB60-EE8A1D76C085}" type="presParOf" srcId="{B85C64B6-92D1-4763-807B-2BD3376D9AD7}" destId="{15A2FB9C-1296-4E77-9E29-A88C414157F3}" srcOrd="7" destOrd="0" presId="urn:microsoft.com/office/officeart/2005/8/layout/hierarchy2"/>
    <dgm:cxn modelId="{EC631F76-C567-4401-8DB9-7988C98A036C}" type="presParOf" srcId="{15A2FB9C-1296-4E77-9E29-A88C414157F3}" destId="{34D68D19-C977-481C-BA16-8BD897C68C33}" srcOrd="0" destOrd="0" presId="urn:microsoft.com/office/officeart/2005/8/layout/hierarchy2"/>
    <dgm:cxn modelId="{53A281DC-FDF5-4621-8D74-4A9C8B5A82BE}" type="presParOf" srcId="{15A2FB9C-1296-4E77-9E29-A88C414157F3}" destId="{42D6D9A3-632B-4F96-8807-A399CDD246B0}" srcOrd="1" destOrd="0" presId="urn:microsoft.com/office/officeart/2005/8/layout/hierarchy2"/>
    <dgm:cxn modelId="{02C77BF6-7B35-4D6C-88A2-4276C663D724}" type="presParOf" srcId="{42D6D9A3-632B-4F96-8807-A399CDD246B0}" destId="{AFAFA931-9423-466E-A1CC-3C2786FFA030}" srcOrd="0" destOrd="0" presId="urn:microsoft.com/office/officeart/2005/8/layout/hierarchy2"/>
    <dgm:cxn modelId="{268B1CEC-C838-4858-AB89-F150A5B21A71}" type="presParOf" srcId="{AFAFA931-9423-466E-A1CC-3C2786FFA030}" destId="{C24F2D23-8181-4CDF-9257-ABB9897DF4FD}" srcOrd="0" destOrd="0" presId="urn:microsoft.com/office/officeart/2005/8/layout/hierarchy2"/>
    <dgm:cxn modelId="{90904C87-1E61-492C-8068-75625D958740}" type="presParOf" srcId="{42D6D9A3-632B-4F96-8807-A399CDD246B0}" destId="{064DA827-4419-462B-9FC2-8AFCABD5DC4A}" srcOrd="1" destOrd="0" presId="urn:microsoft.com/office/officeart/2005/8/layout/hierarchy2"/>
    <dgm:cxn modelId="{5F6B241F-816B-41F8-A94E-8F9340263DDC}" type="presParOf" srcId="{064DA827-4419-462B-9FC2-8AFCABD5DC4A}" destId="{583F4129-E818-45C5-A7B6-4ED384E89898}" srcOrd="0" destOrd="0" presId="urn:microsoft.com/office/officeart/2005/8/layout/hierarchy2"/>
    <dgm:cxn modelId="{CF02A357-D3A1-40CD-AA7C-FECD95C8EE3A}" type="presParOf" srcId="{064DA827-4419-462B-9FC2-8AFCABD5DC4A}" destId="{922FC81B-8C9E-4E61-8C56-E94C0BBB17C0}" srcOrd="1" destOrd="0" presId="urn:microsoft.com/office/officeart/2005/8/layout/hierarchy2"/>
    <dgm:cxn modelId="{DDF12B3B-072D-4C2F-8D5F-31A8831C49CD}" type="presParOf" srcId="{42D6D9A3-632B-4F96-8807-A399CDD246B0}" destId="{B6AE0B46-A606-431A-876E-60E9DA67C6F3}" srcOrd="2" destOrd="0" presId="urn:microsoft.com/office/officeart/2005/8/layout/hierarchy2"/>
    <dgm:cxn modelId="{C0035AF5-4FBE-42CE-8835-80EB1A85602B}" type="presParOf" srcId="{B6AE0B46-A606-431A-876E-60E9DA67C6F3}" destId="{A7EC63F8-03DF-40FE-9D91-32B01E1B556A}" srcOrd="0" destOrd="0" presId="urn:microsoft.com/office/officeart/2005/8/layout/hierarchy2"/>
    <dgm:cxn modelId="{DB044305-8FB4-429E-8A02-D19CA758E3CF}" type="presParOf" srcId="{42D6D9A3-632B-4F96-8807-A399CDD246B0}" destId="{B94189D2-74C2-405E-B6A1-DEB33F395C64}" srcOrd="3" destOrd="0" presId="urn:microsoft.com/office/officeart/2005/8/layout/hierarchy2"/>
    <dgm:cxn modelId="{00B04A72-D52C-456F-BCD3-3E857234F255}" type="presParOf" srcId="{B94189D2-74C2-405E-B6A1-DEB33F395C64}" destId="{830E78AC-6CDD-45C4-96E7-4A251F2D8E3F}" srcOrd="0" destOrd="0" presId="urn:microsoft.com/office/officeart/2005/8/layout/hierarchy2"/>
    <dgm:cxn modelId="{E21314D2-2C75-433D-B8D9-660D2E9F9055}" type="presParOf" srcId="{B94189D2-74C2-405E-B6A1-DEB33F395C64}" destId="{CA1EF562-9C62-4141-99F8-A5CB56EA4E71}" srcOrd="1" destOrd="0" presId="urn:microsoft.com/office/officeart/2005/8/layout/hierarchy2"/>
    <dgm:cxn modelId="{CDE1A3A0-9937-4238-A54D-B7AC1BCAEB99}" type="presParOf" srcId="{42D6D9A3-632B-4F96-8807-A399CDD246B0}" destId="{176161BB-5F5B-468A-BF7E-52B54EA660A6}" srcOrd="4" destOrd="0" presId="urn:microsoft.com/office/officeart/2005/8/layout/hierarchy2"/>
    <dgm:cxn modelId="{C154F0CF-26B8-4CED-9A1A-7C9FC91C071A}" type="presParOf" srcId="{176161BB-5F5B-468A-BF7E-52B54EA660A6}" destId="{0D3F8F78-A51E-4B8C-8666-BF942B9B0F65}" srcOrd="0" destOrd="0" presId="urn:microsoft.com/office/officeart/2005/8/layout/hierarchy2"/>
    <dgm:cxn modelId="{5A74C1F0-B70E-4724-961A-C2A5F8F4D8B6}" type="presParOf" srcId="{42D6D9A3-632B-4F96-8807-A399CDD246B0}" destId="{A5156D83-3FD5-4880-A694-9CD97BD37523}" srcOrd="5" destOrd="0" presId="urn:microsoft.com/office/officeart/2005/8/layout/hierarchy2"/>
    <dgm:cxn modelId="{2F8E0827-C0F7-4F35-AC3D-4D248C8FDAB8}" type="presParOf" srcId="{A5156D83-3FD5-4880-A694-9CD97BD37523}" destId="{56597C18-76AB-407C-ABC2-84BAC22CFAFA}" srcOrd="0" destOrd="0" presId="urn:microsoft.com/office/officeart/2005/8/layout/hierarchy2"/>
    <dgm:cxn modelId="{928EC4A0-8A03-4E1B-AAB9-17A708C31D2E}" type="presParOf" srcId="{A5156D83-3FD5-4880-A694-9CD97BD37523}" destId="{C3BF4E15-6F6C-43EA-8069-7D5B8D723C9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5510D99-E53A-4E90-8765-E2D8581CB049}" type="doc">
      <dgm:prSet loTypeId="urn:microsoft.com/office/officeart/2005/8/layout/radial1" loCatId="relationship" qsTypeId="urn:microsoft.com/office/officeart/2005/8/quickstyle/simple1#11" qsCatId="simple" csTypeId="urn:microsoft.com/office/officeart/2005/8/colors/accent1_2#13" csCatId="accent1" phldr="1"/>
      <dgm:spPr/>
      <dgm:t>
        <a:bodyPr/>
        <a:lstStyle/>
        <a:p>
          <a:endParaRPr lang="en-IN"/>
        </a:p>
      </dgm:t>
    </dgm:pt>
    <dgm:pt modelId="{857408D7-9039-4C57-9370-DF503BB461B9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IN" sz="1400" b="1" i="0" dirty="0">
              <a:latin typeface="Arial" panose="020B0604020202020204" pitchFamily="34" charset="0"/>
              <a:cs typeface="Arial" panose="020B0604020202020204" pitchFamily="34" charset="0"/>
            </a:rPr>
            <a:t>Benefits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IN" sz="1400" b="1" i="0" dirty="0">
              <a:latin typeface="Arial" panose="020B0604020202020204" pitchFamily="34" charset="0"/>
              <a:cs typeface="Arial" panose="020B0604020202020204" pitchFamily="34" charset="0"/>
            </a:rPr>
            <a:t>of the Solution</a:t>
          </a:r>
        </a:p>
      </dgm:t>
    </dgm:pt>
    <dgm:pt modelId="{74D50F3C-397B-4090-9DA0-1CFFA497FDCC}" type="parTrans" cxnId="{02A29901-5303-48F7-9F4D-1C2EBF3CCA5A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5522FA4-098C-49A4-B9B5-6F076F09BFBF}" type="sibTrans" cxnId="{02A29901-5303-48F7-9F4D-1C2EBF3CCA5A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EB3C82F-C9B1-473D-93C7-EA187B849FB0}">
      <dgm:prSet custT="1"/>
      <dgm:spPr/>
      <dgm:t>
        <a:bodyPr/>
        <a:lstStyle/>
        <a:p>
          <a:pPr algn="ctr"/>
          <a:r>
            <a:rPr lang="en-IN" sz="1400" b="1" dirty="0">
              <a:latin typeface="Arial" panose="020B0604020202020204" pitchFamily="34" charset="0"/>
              <a:cs typeface="Arial" panose="020B0604020202020204" pitchFamily="34" charset="0"/>
            </a:rPr>
            <a:t>Technological</a:t>
          </a:r>
          <a:endParaRPr lang="en-IN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45DFE18-BF1C-46CB-B640-1814949E9D8D}" type="parTrans" cxnId="{5EF0370A-6A43-4A55-A4A9-A100E9D2A427}">
      <dgm:prSet custT="1"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ADF8D95-7EAC-43A4-A52E-B3F93FFCE02E}" type="sibTrans" cxnId="{5EF0370A-6A43-4A55-A4A9-A100E9D2A427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E01822-334E-433B-ACA3-1B0168B9686E}">
      <dgm:prSet custT="1"/>
      <dgm:spPr/>
      <dgm:t>
        <a:bodyPr/>
        <a:lstStyle/>
        <a:p>
          <a:pPr algn="ctr"/>
          <a:r>
            <a:rPr lang="en-IN" sz="1400" b="1" dirty="0">
              <a:latin typeface="Arial" panose="020B0604020202020204" pitchFamily="34" charset="0"/>
              <a:cs typeface="Arial" panose="020B0604020202020204" pitchFamily="34" charset="0"/>
            </a:rPr>
            <a:t>Social</a:t>
          </a:r>
          <a:endParaRPr lang="en-IN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8F3F36E-C7CB-4A1E-BD94-1F3176BDFD3A}" type="parTrans" cxnId="{619FEFA4-150A-4F47-AA48-74CF3F608CF9}">
      <dgm:prSet custT="1"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B8893C-21BE-45CF-96E1-036C049BEB8D}" type="sibTrans" cxnId="{619FEFA4-150A-4F47-AA48-74CF3F608CF9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9A0ECC9-B797-42A7-8D42-1F618420BDAB}">
      <dgm:prSet custT="1"/>
      <dgm:spPr/>
      <dgm:t>
        <a:bodyPr/>
        <a:lstStyle/>
        <a:p>
          <a:pPr algn="l"/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Cloud scalable</a:t>
          </a:r>
        </a:p>
      </dgm:t>
    </dgm:pt>
    <dgm:pt modelId="{AA74E5DE-C678-4E64-A46D-8D3FA8F887B9}" type="sibTrans" cxnId="{EFA181B0-CDA5-41D7-8EDE-F0D6E7D17658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2261BA-8C81-4B35-99E3-5FC92EB29462}" type="parTrans" cxnId="{EFA181B0-CDA5-41D7-8EDE-F0D6E7D17658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843325-5181-4B2C-A76A-7CBFD08B9B2C}">
      <dgm:prSet custT="1"/>
      <dgm:spPr/>
      <dgm:t>
        <a:bodyPr/>
        <a:lstStyle/>
        <a:p>
          <a:pPr algn="l"/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AI matching</a:t>
          </a:r>
        </a:p>
      </dgm:t>
    </dgm:pt>
    <dgm:pt modelId="{30882AA9-5C1F-42C2-8D2A-DCEA9BE370D9}" type="sibTrans" cxnId="{01FD2117-898D-4DC7-A651-A56352991849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E2E2C51-C612-47D1-874F-7853672ABFED}" type="parTrans" cxnId="{01FD2117-898D-4DC7-A651-A56352991849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A4D180-2774-4A79-B0F5-789CA318DD79}">
      <dgm:prSet custT="1"/>
      <dgm:spPr/>
      <dgm:t>
        <a:bodyPr/>
        <a:lstStyle/>
        <a:p>
          <a:pPr algn="l"/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Blockchain</a:t>
          </a:r>
        </a:p>
      </dgm:t>
    </dgm:pt>
    <dgm:pt modelId="{B9250810-EADE-4C14-892C-B8A236501812}" type="sibTrans" cxnId="{D7727170-1C52-455F-AEC4-B0DF68C1A764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B2E907-F28B-4327-BDA1-110923E74747}" type="parTrans" cxnId="{D7727170-1C52-455F-AEC4-B0DF68C1A764}">
      <dgm:prSet/>
      <dgm:spPr/>
      <dgm:t>
        <a:bodyPr/>
        <a:lstStyle/>
        <a:p>
          <a:endParaRPr lang="en-IN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1C82FB6-4B37-4D16-B769-FCA36DBB75A1}">
      <dgm:prSet custT="1"/>
      <dgm:spPr/>
      <dgm:t>
        <a:bodyPr/>
        <a:lstStyle/>
        <a:p>
          <a:pPr algn="l"/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Alumni</a:t>
          </a:r>
        </a:p>
      </dgm:t>
    </dgm:pt>
    <dgm:pt modelId="{65391AD4-F8EE-4193-971E-AC92234D5138}" type="sibTrans" cxnId="{3A2D19E6-D8D4-48B8-8851-3911E882F98A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5E2B44-99A9-4096-B529-89FA4CF40E14}" type="parTrans" cxnId="{3A2D19E6-D8D4-48B8-8851-3911E882F98A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78D14D-E26F-4352-9F1D-25A592FE0D21}">
      <dgm:prSet custT="1"/>
      <dgm:spPr/>
      <dgm:t>
        <a:bodyPr/>
        <a:lstStyle/>
        <a:p>
          <a:pPr algn="l"/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Community</a:t>
          </a:r>
        </a:p>
      </dgm:t>
    </dgm:pt>
    <dgm:pt modelId="{1E4DFC3B-2864-4A4C-918C-D1AEA12F131D}" type="sibTrans" cxnId="{C206E21C-0AA9-49A1-8852-0ECBEA080883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E1E63BE-83D8-49D4-8B8A-80EC8DF28E3F}" type="parTrans" cxnId="{C206E21C-0AA9-49A1-8852-0ECBEA080883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69A258-E153-4304-95FE-6C346029A1EC}">
      <dgm:prSet custT="1"/>
      <dgm:spPr/>
      <dgm:t>
        <a:bodyPr/>
        <a:lstStyle/>
        <a:p>
          <a:pPr algn="l"/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Knowledge</a:t>
          </a:r>
        </a:p>
      </dgm:t>
    </dgm:pt>
    <dgm:pt modelId="{BA22A1BE-0461-4C5F-923D-6CBAF75E7C1D}" type="sibTrans" cxnId="{1007588D-4666-4E29-AA84-83059EC789BE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5743A2-60BB-4966-A54A-BB285EED7F90}" type="parTrans" cxnId="{1007588D-4666-4E29-AA84-83059EC789BE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78FD08E-AE7B-4978-BC9A-C80970A0F29D}">
      <dgm:prSet custScaleX="129808" custScaleY="122015"/>
      <dgm:spPr/>
      <dgm:t>
        <a:bodyPr/>
        <a:lstStyle/>
        <a:p>
          <a:endParaRPr lang="en-US"/>
        </a:p>
      </dgm:t>
    </dgm:pt>
    <dgm:pt modelId="{278420F3-C346-4BCE-9F31-E4CEFF6FE00C}" type="parTrans" cxnId="{C1C3FDEE-70F9-4813-AFBA-5F399B2F6162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19F82B-D4F5-4736-8F81-D9DC812EC079}" type="sibTrans" cxnId="{C1C3FDEE-70F9-4813-AFBA-5F399B2F6162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F4394D8-64E9-490B-927B-5BCCCF16396D}">
      <dgm:prSet custScaleX="129808" custScaleY="122015"/>
      <dgm:spPr/>
      <dgm:t>
        <a:bodyPr/>
        <a:lstStyle/>
        <a:p>
          <a:endParaRPr lang="en-US"/>
        </a:p>
      </dgm:t>
    </dgm:pt>
    <dgm:pt modelId="{C1A5535A-2178-4A56-8981-35918EF0764C}" type="parTrans" cxnId="{0C4386C8-A756-45AA-94F6-A0F19ACB74F2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222CB76-7996-4455-8C07-82BF9B07F284}" type="sibTrans" cxnId="{0C4386C8-A756-45AA-94F6-A0F19ACB74F2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B038BCF-66BF-4E4F-8F71-57D0E0A50D38}">
      <dgm:prSet custScaleX="129808" custScaleY="122015"/>
      <dgm:spPr/>
      <dgm:t>
        <a:bodyPr/>
        <a:lstStyle/>
        <a:p>
          <a:endParaRPr lang="en-US"/>
        </a:p>
      </dgm:t>
    </dgm:pt>
    <dgm:pt modelId="{4318C2D6-7973-435F-BA69-41C0A4E47163}" type="parTrans" cxnId="{A5F9300F-C0E2-4C97-92A8-A4FCDF6C3B01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9FA0B47-6C39-4E2F-84CA-F5B84E3CED93}" type="sibTrans" cxnId="{A5F9300F-C0E2-4C97-92A8-A4FCDF6C3B01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C712245-2B51-457A-A660-62C8F31BF737}">
      <dgm:prSet custScaleX="129808" custScaleY="122015"/>
      <dgm:spPr/>
      <dgm:t>
        <a:bodyPr/>
        <a:lstStyle/>
        <a:p>
          <a:endParaRPr lang="en-US"/>
        </a:p>
      </dgm:t>
    </dgm:pt>
    <dgm:pt modelId="{7A4BA469-8E02-4D99-8C84-0F83E1430E8B}" type="parTrans" cxnId="{A18BA92B-7038-4AE4-8178-15379D4B5440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6DF65C-4357-436B-9A40-6E7C13412024}" type="sibTrans" cxnId="{A18BA92B-7038-4AE4-8178-15379D4B5440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14C82C2-9C5C-4137-AC17-59CA72C06F0B}">
      <dgm:prSet custT="1"/>
      <dgm:spPr/>
      <dgm:t>
        <a:bodyPr/>
        <a:lstStyle/>
        <a:p>
          <a:pPr algn="ctr"/>
          <a:r>
            <a:rPr lang="en-IN" sz="1400" b="1" dirty="0">
              <a:latin typeface="Arial" panose="020B0604020202020204" pitchFamily="34" charset="0"/>
              <a:cs typeface="Arial" panose="020B0604020202020204" pitchFamily="34" charset="0"/>
            </a:rPr>
            <a:t>Economic</a:t>
          </a:r>
          <a:endParaRPr lang="en-IN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4AA004-55BB-4615-9200-954AB4FD6317}" type="parTrans" cxnId="{07FD2985-8EBB-480A-B4FF-82D53DD0C818}">
      <dgm:prSet custT="1"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0E58257-2C5F-4D99-A0D7-E49312AA8DC1}" type="sibTrans" cxnId="{07FD2985-8EBB-480A-B4FF-82D53DD0C818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3BCF85-6216-460E-8267-B4EB46E1986B}">
      <dgm:prSet custT="1"/>
      <dgm:spPr/>
      <dgm:t>
        <a:bodyPr/>
        <a:lstStyle/>
        <a:p>
          <a:pPr algn="l"/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Fundraising</a:t>
          </a:r>
        </a:p>
      </dgm:t>
    </dgm:pt>
    <dgm:pt modelId="{D2343533-3F6A-4545-A1DA-88BADF2E5027}" type="parTrans" cxnId="{B4C26D9E-A748-4E53-92C3-AE5E6B8F32E8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C102A6B-4FC4-4D4F-946E-E7AD4DE583EB}" type="sibTrans" cxnId="{B4C26D9E-A748-4E53-92C3-AE5E6B8F32E8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F0B726-8FE2-44AE-A1A8-88DA69815CA3}">
      <dgm:prSet custT="1"/>
      <dgm:spPr/>
      <dgm:t>
        <a:bodyPr/>
        <a:lstStyle/>
        <a:p>
          <a:pPr algn="l"/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Employability</a:t>
          </a:r>
        </a:p>
      </dgm:t>
    </dgm:pt>
    <dgm:pt modelId="{C05F882B-07E1-4EED-8F16-136E20E1A486}" type="parTrans" cxnId="{A5B843DC-496C-4E17-8E7B-68CD99DF3BB8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780CC1-2BF0-4E85-B4A3-5C23C1AAC420}" type="sibTrans" cxnId="{A5B843DC-496C-4E17-8E7B-68CD99DF3BB8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E3EB54-F9B2-4F7C-AB80-DF86E2AB8EEE}">
      <dgm:prSet custT="1"/>
      <dgm:spPr/>
      <dgm:t>
        <a:bodyPr/>
        <a:lstStyle/>
        <a:p>
          <a:pPr algn="l"/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Growth boost</a:t>
          </a:r>
        </a:p>
      </dgm:t>
    </dgm:pt>
    <dgm:pt modelId="{9B998F4F-0814-44AC-8D80-0DE8F26F460E}" type="parTrans" cxnId="{A527B683-75CD-4F1C-9287-44C6454DDA8D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D8A45E3-F360-465E-8D5F-407823C34B60}" type="sibTrans" cxnId="{A527B683-75CD-4F1C-9287-44C6454DDA8D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912E6A-47DC-4F95-BB74-1A823C6BE1AF}">
      <dgm:prSet custScaleX="129808" custScaleY="122015"/>
      <dgm:spPr/>
      <dgm:t>
        <a:bodyPr/>
        <a:lstStyle/>
        <a:p>
          <a:endParaRPr lang="en-US"/>
        </a:p>
      </dgm:t>
    </dgm:pt>
    <dgm:pt modelId="{087BECC6-60B9-4710-BD2B-6A8B03A3134A}" type="parTrans" cxnId="{E0FAA617-177D-452F-A264-F3E7DD5B18F4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03A876D-F410-4D01-9B9D-6E05F193C4C6}" type="sibTrans" cxnId="{E0FAA617-177D-452F-A264-F3E7DD5B18F4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9E3F930-8970-4201-97F4-C95B85F1B50C}">
      <dgm:prSet custScaleX="129808" custScaleY="122015"/>
      <dgm:spPr/>
      <dgm:t>
        <a:bodyPr/>
        <a:lstStyle/>
        <a:p>
          <a:endParaRPr lang="en-US"/>
        </a:p>
      </dgm:t>
    </dgm:pt>
    <dgm:pt modelId="{6A88F399-0D42-4292-87F1-5E76E165D23F}" type="parTrans" cxnId="{3258BF3D-CA08-45D8-A379-BA8DD4844715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6C0A968-65F8-45FD-A0FF-484094D26534}" type="sibTrans" cxnId="{3258BF3D-CA08-45D8-A379-BA8DD4844715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131CCAA-E9D5-447C-AE09-DE742A5C330D}">
      <dgm:prSet custScaleX="129808" custScaleY="122015"/>
      <dgm:spPr/>
      <dgm:t>
        <a:bodyPr/>
        <a:lstStyle/>
        <a:p>
          <a:endParaRPr lang="en-US"/>
        </a:p>
      </dgm:t>
    </dgm:pt>
    <dgm:pt modelId="{1FDFDEA3-E00A-4C08-84E3-C0E047FFB115}" type="parTrans" cxnId="{7AE6C39B-B0FC-4E0E-916F-BF48C3E57714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7D09410-22CA-4D6E-8F28-C3300CC8B694}" type="sibTrans" cxnId="{7AE6C39B-B0FC-4E0E-916F-BF48C3E57714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627B52-81CF-42DA-95B6-FE78E93A088B}">
      <dgm:prSet custScaleX="129808" custScaleY="122015"/>
      <dgm:spPr/>
      <dgm:t>
        <a:bodyPr/>
        <a:lstStyle/>
        <a:p>
          <a:endParaRPr lang="en-US"/>
        </a:p>
      </dgm:t>
    </dgm:pt>
    <dgm:pt modelId="{383ED2CA-2362-468F-B29E-03A42F5C0DD4}" type="parTrans" cxnId="{699DBAB9-7FC7-40E4-B91A-1102F53B9021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7C5956E-82E6-4081-93E3-BAC0BFAFC2B7}" type="sibTrans" cxnId="{699DBAB9-7FC7-40E4-B91A-1102F53B9021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C917D8-BDD9-438F-A297-97462ECEAEE1}">
      <dgm:prSet custT="1"/>
      <dgm:spPr/>
      <dgm:t>
        <a:bodyPr/>
        <a:lstStyle/>
        <a:p>
          <a:pPr algn="ctr"/>
          <a:r>
            <a:rPr lang="en-IN" sz="1400" b="1" dirty="0">
              <a:latin typeface="Arial" panose="020B0604020202020204" pitchFamily="34" charset="0"/>
              <a:cs typeface="Arial" panose="020B0604020202020204" pitchFamily="34" charset="0"/>
            </a:rPr>
            <a:t>Institutional</a:t>
          </a:r>
          <a:endParaRPr lang="en-IN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7FCEFE2-7690-4F76-AEA7-68401302A3EE}" type="parTrans" cxnId="{0905D176-1D18-46F0-9003-2C88ADD2DD3C}">
      <dgm:prSet custT="1"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C92941-999A-4C44-B220-B9777AD4DB46}" type="sibTrans" cxnId="{0905D176-1D18-46F0-9003-2C88ADD2DD3C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0977B4-2044-4502-ABF1-EA2752D07CF3}">
      <dgm:prSet custT="1"/>
      <dgm:spPr/>
      <dgm:t>
        <a:bodyPr/>
        <a:lstStyle/>
        <a:p>
          <a:pPr algn="l"/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Rankings</a:t>
          </a:r>
        </a:p>
      </dgm:t>
    </dgm:pt>
    <dgm:pt modelId="{B7E66840-11E2-4E82-8ED7-B8E3E7297670}" type="parTrans" cxnId="{E1448730-1259-4AFD-8853-D6F09F9F6D05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5FB8D95-4A02-466F-88EE-9745B391F5C1}" type="sibTrans" cxnId="{E1448730-1259-4AFD-8853-D6F09F9F6D05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FDE6E6-96AC-409E-9794-D94E2640C01B}">
      <dgm:prSet custT="1"/>
      <dgm:spPr/>
      <dgm:t>
        <a:bodyPr/>
        <a:lstStyle/>
        <a:p>
          <a:pPr algn="l"/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Data insights</a:t>
          </a:r>
        </a:p>
      </dgm:t>
    </dgm:pt>
    <dgm:pt modelId="{8DB5AEE6-4AFA-4378-AAAB-C823DAEAD172}" type="parTrans" cxnId="{ABDCA11B-2BB0-4C5D-AC7C-DFBA9388E5F3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7B82446-7F09-449A-8420-788CFC849392}" type="sibTrans" cxnId="{ABDCA11B-2BB0-4C5D-AC7C-DFBA9388E5F3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EDAA990-303A-48B1-A963-3DE05B829840}">
      <dgm:prSet custT="1"/>
      <dgm:spPr/>
      <dgm:t>
        <a:bodyPr/>
        <a:lstStyle/>
        <a:p>
          <a:pPr algn="l"/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Credibility</a:t>
          </a:r>
        </a:p>
      </dgm:t>
    </dgm:pt>
    <dgm:pt modelId="{D4BD4B64-3CF4-4622-BB61-27779549B1C0}" type="parTrans" cxnId="{3683EE13-01A5-49D2-852B-130A25FC4020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F5B974F-585A-461D-AB53-01A41A345C6A}" type="sibTrans" cxnId="{3683EE13-01A5-49D2-852B-130A25FC4020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B9C21C-7B0D-4014-B67C-99213DCB0E91}">
      <dgm:prSet custScaleX="129808" custScaleY="122015"/>
      <dgm:spPr/>
      <dgm:t>
        <a:bodyPr/>
        <a:lstStyle/>
        <a:p>
          <a:endParaRPr lang="en-US"/>
        </a:p>
      </dgm:t>
    </dgm:pt>
    <dgm:pt modelId="{D50BD607-18B7-444B-A34B-842C42635E7C}" type="parTrans" cxnId="{278305C2-C68A-42EC-A858-F1E85EB1E761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F1ADFF8-287C-4964-ABFC-F0CEB0A07093}" type="sibTrans" cxnId="{278305C2-C68A-42EC-A858-F1E85EB1E761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B947C42-FF47-460B-805A-47E730DCA714}">
      <dgm:prSet custScaleX="129808" custScaleY="122015"/>
      <dgm:spPr/>
      <dgm:t>
        <a:bodyPr/>
        <a:lstStyle/>
        <a:p>
          <a:endParaRPr lang="en-US"/>
        </a:p>
      </dgm:t>
    </dgm:pt>
    <dgm:pt modelId="{8C2B1A76-226F-4644-A87E-82640DFCA47E}" type="parTrans" cxnId="{86308486-04C3-46DC-B155-BE318304D235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3E2262A-98E7-4589-BC07-16BAF15B8DB8}" type="sibTrans" cxnId="{86308486-04C3-46DC-B155-BE318304D235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E5DC46A-9759-4DF3-9146-B5939C1388B9}">
      <dgm:prSet custScaleX="129808" custScaleY="122015"/>
      <dgm:spPr/>
      <dgm:t>
        <a:bodyPr/>
        <a:lstStyle/>
        <a:p>
          <a:endParaRPr lang="en-US"/>
        </a:p>
      </dgm:t>
    </dgm:pt>
    <dgm:pt modelId="{5332A4E2-8E44-41E1-BF86-C65E458FC03E}" type="parTrans" cxnId="{84116F88-CB3D-48B4-9984-A4B2FF4D65AD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9984E7A-89D8-4A48-B688-9679EE10C334}" type="sibTrans" cxnId="{84116F88-CB3D-48B4-9984-A4B2FF4D65AD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1FAF6B8-DAB1-4409-B235-60E0819D598A}">
      <dgm:prSet custScaleX="129808" custScaleY="122015"/>
      <dgm:spPr/>
      <dgm:t>
        <a:bodyPr/>
        <a:lstStyle/>
        <a:p>
          <a:endParaRPr lang="en-US"/>
        </a:p>
      </dgm:t>
    </dgm:pt>
    <dgm:pt modelId="{3550CEF5-7134-4B4A-A434-BA7BAFEE05DC}" type="parTrans" cxnId="{62B4FE24-461D-41DF-B758-284E715BB2F0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6AABF62-612B-4081-914A-CF406D0B719C}" type="sibTrans" cxnId="{62B4FE24-461D-41DF-B758-284E715BB2F0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A34C79-4020-47ED-8843-A1C1DE1902E8}">
      <dgm:prSet custT="1"/>
      <dgm:spPr/>
      <dgm:t>
        <a:bodyPr/>
        <a:lstStyle/>
        <a:p>
          <a:pPr algn="ctr"/>
          <a:r>
            <a:rPr lang="en-IN" sz="1400" b="1" dirty="0">
              <a:latin typeface="Arial" panose="020B0604020202020204" pitchFamily="34" charset="0"/>
              <a:cs typeface="Arial" panose="020B0604020202020204" pitchFamily="34" charset="0"/>
            </a:rPr>
            <a:t>Environmental</a:t>
          </a:r>
          <a:endParaRPr lang="en-IN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DD7492D-3068-42FF-9749-F6DAD2498769}" type="parTrans" cxnId="{9A17618B-CAEE-4A33-AEC3-BC3C75705532}">
      <dgm:prSet custT="1"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50A5286-59BE-41F6-8228-5A38C3E35F03}" type="sibTrans" cxnId="{9A17618B-CAEE-4A33-AEC3-BC3C75705532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80A56D-F636-4101-A9AA-AA1BE62997E0}">
      <dgm:prSet custT="1"/>
      <dgm:spPr/>
      <dgm:t>
        <a:bodyPr/>
        <a:lstStyle/>
        <a:p>
          <a:pPr algn="l"/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Digital-first</a:t>
          </a:r>
        </a:p>
      </dgm:t>
    </dgm:pt>
    <dgm:pt modelId="{FFB877F0-AA55-490E-8852-094232A8985B}" type="parTrans" cxnId="{33C10B01-B2D2-4603-B3F2-9682593A34DF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1A1FBA-663A-4331-BE80-D6A56D1F5E5C}" type="sibTrans" cxnId="{33C10B01-B2D2-4603-B3F2-9682593A34DF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20A13F-057A-4FA5-96FD-724D6A30656D}">
      <dgm:prSet custT="1"/>
      <dgm:spPr/>
      <dgm:t>
        <a:bodyPr/>
        <a:lstStyle/>
        <a:p>
          <a:pPr algn="l"/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Virtual events</a:t>
          </a:r>
        </a:p>
      </dgm:t>
    </dgm:pt>
    <dgm:pt modelId="{06107310-50A4-4363-BD56-7358F5013AB4}" type="parTrans" cxnId="{38B8C7C2-9FC5-45F4-A93D-EB451CA93AA0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63EB9DD-2B2F-4652-A2D1-015A49A7D7B6}" type="sibTrans" cxnId="{38B8C7C2-9FC5-45F4-A93D-EB451CA93AA0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589D30-3174-415A-BF01-88AFFE619B70}">
      <dgm:prSet custT="1"/>
      <dgm:spPr/>
      <dgm:t>
        <a:bodyPr/>
        <a:lstStyle/>
        <a:p>
          <a:pPr algn="l"/>
          <a:r>
            <a:rPr lang="en-IN" sz="1200" dirty="0">
              <a:latin typeface="Arial" panose="020B0604020202020204" pitchFamily="34" charset="0"/>
              <a:cs typeface="Arial" panose="020B0604020202020204" pitchFamily="34" charset="0"/>
            </a:rPr>
            <a:t>Low footprint</a:t>
          </a:r>
        </a:p>
      </dgm:t>
    </dgm:pt>
    <dgm:pt modelId="{03827234-CFCD-4C39-AF63-2561185E67F1}" type="parTrans" cxnId="{52B3B70A-207C-4B8B-A0C1-57B08208B057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71BCE5E-4F2F-4372-8FBE-075CF9CEABA6}" type="sibTrans" cxnId="{52B3B70A-207C-4B8B-A0C1-57B08208B057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7617452-7DE5-483F-8266-A442ADE52ECC}" type="pres">
      <dgm:prSet presAssocID="{15510D99-E53A-4E90-8765-E2D8581CB049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34DD085-399E-48EB-8AD1-1111C6D956FE}" type="pres">
      <dgm:prSet presAssocID="{857408D7-9039-4C57-9370-DF503BB461B9}" presName="centerShape" presStyleLbl="node0" presStyleIdx="0" presStyleCnt="1"/>
      <dgm:spPr/>
    </dgm:pt>
    <dgm:pt modelId="{E793127B-58EB-4068-9E9C-744B7AF375F7}" type="pres">
      <dgm:prSet presAssocID="{48F3F36E-C7CB-4A1E-BD94-1F3176BDFD3A}" presName="Name9" presStyleLbl="parChTrans1D2" presStyleIdx="0" presStyleCnt="5"/>
      <dgm:spPr/>
    </dgm:pt>
    <dgm:pt modelId="{05AA2F8F-1F50-4F45-9AF0-B8E31E5E7BFA}" type="pres">
      <dgm:prSet presAssocID="{48F3F36E-C7CB-4A1E-BD94-1F3176BDFD3A}" presName="connTx" presStyleLbl="parChTrans1D2" presStyleIdx="0" presStyleCnt="5"/>
      <dgm:spPr/>
    </dgm:pt>
    <dgm:pt modelId="{2F6C7E30-2ABB-42D8-9B61-1A0734F890E4}" type="pres">
      <dgm:prSet presAssocID="{95E01822-334E-433B-ACA3-1B0168B9686E}" presName="node" presStyleLbl="node1" presStyleIdx="0" presStyleCnt="5" custScaleX="129808" custScaleY="122015">
        <dgm:presLayoutVars>
          <dgm:bulletEnabled val="1"/>
        </dgm:presLayoutVars>
      </dgm:prSet>
      <dgm:spPr/>
    </dgm:pt>
    <dgm:pt modelId="{3EB150C7-DEC2-4289-AE63-81EA40C2290D}" type="pres">
      <dgm:prSet presAssocID="{A64AA004-55BB-4615-9200-954AB4FD6317}" presName="Name9" presStyleLbl="parChTrans1D2" presStyleIdx="1" presStyleCnt="5"/>
      <dgm:spPr/>
    </dgm:pt>
    <dgm:pt modelId="{AA56AD41-8C0A-4F2F-83EE-81F952F7E942}" type="pres">
      <dgm:prSet presAssocID="{A64AA004-55BB-4615-9200-954AB4FD6317}" presName="connTx" presStyleLbl="parChTrans1D2" presStyleIdx="1" presStyleCnt="5"/>
      <dgm:spPr/>
    </dgm:pt>
    <dgm:pt modelId="{C129FDCC-96A5-4A74-AE51-C7E105AF483A}" type="pres">
      <dgm:prSet presAssocID="{B14C82C2-9C5C-4137-AC17-59CA72C06F0B}" presName="node" presStyleLbl="node1" presStyleIdx="1" presStyleCnt="5" custScaleX="129808" custScaleY="122015">
        <dgm:presLayoutVars>
          <dgm:bulletEnabled val="1"/>
        </dgm:presLayoutVars>
      </dgm:prSet>
      <dgm:spPr/>
    </dgm:pt>
    <dgm:pt modelId="{C6540AB2-9E3B-4991-A951-EAEE5E7EA5A4}" type="pres">
      <dgm:prSet presAssocID="{77FCEFE2-7690-4F76-AEA7-68401302A3EE}" presName="Name9" presStyleLbl="parChTrans1D2" presStyleIdx="2" presStyleCnt="5"/>
      <dgm:spPr/>
    </dgm:pt>
    <dgm:pt modelId="{21DFB484-4821-44E7-90FE-F4E82B706CB7}" type="pres">
      <dgm:prSet presAssocID="{77FCEFE2-7690-4F76-AEA7-68401302A3EE}" presName="connTx" presStyleLbl="parChTrans1D2" presStyleIdx="2" presStyleCnt="5"/>
      <dgm:spPr/>
    </dgm:pt>
    <dgm:pt modelId="{7BE8AB62-E4C6-42E1-BF3E-D74DEED3E071}" type="pres">
      <dgm:prSet presAssocID="{42C917D8-BDD9-438F-A297-97462ECEAEE1}" presName="node" presStyleLbl="node1" presStyleIdx="2" presStyleCnt="5" custScaleX="129808" custScaleY="122015">
        <dgm:presLayoutVars>
          <dgm:bulletEnabled val="1"/>
        </dgm:presLayoutVars>
      </dgm:prSet>
      <dgm:spPr/>
    </dgm:pt>
    <dgm:pt modelId="{0126570C-1D40-4454-93C1-7CA1722FF7BE}" type="pres">
      <dgm:prSet presAssocID="{ADD7492D-3068-42FF-9749-F6DAD2498769}" presName="Name9" presStyleLbl="parChTrans1D2" presStyleIdx="3" presStyleCnt="5"/>
      <dgm:spPr/>
    </dgm:pt>
    <dgm:pt modelId="{53629A4F-0E6E-4757-AB48-2B7E6D0E2605}" type="pres">
      <dgm:prSet presAssocID="{ADD7492D-3068-42FF-9749-F6DAD2498769}" presName="connTx" presStyleLbl="parChTrans1D2" presStyleIdx="3" presStyleCnt="5"/>
      <dgm:spPr/>
    </dgm:pt>
    <dgm:pt modelId="{B2BB9D37-B84C-4D0A-A4B9-E893D3E9D588}" type="pres">
      <dgm:prSet presAssocID="{67A34C79-4020-47ED-8843-A1C1DE1902E8}" presName="node" presStyleLbl="node1" presStyleIdx="3" presStyleCnt="5" custScaleX="129808" custScaleY="122015">
        <dgm:presLayoutVars>
          <dgm:bulletEnabled val="1"/>
        </dgm:presLayoutVars>
      </dgm:prSet>
      <dgm:spPr/>
    </dgm:pt>
    <dgm:pt modelId="{F247FA05-F122-440B-8341-B817F43DCC1E}" type="pres">
      <dgm:prSet presAssocID="{545DFE18-BF1C-46CB-B640-1814949E9D8D}" presName="Name9" presStyleLbl="parChTrans1D2" presStyleIdx="4" presStyleCnt="5"/>
      <dgm:spPr/>
    </dgm:pt>
    <dgm:pt modelId="{B3EF3307-5FF7-4846-8955-C51AB86CFC76}" type="pres">
      <dgm:prSet presAssocID="{545DFE18-BF1C-46CB-B640-1814949E9D8D}" presName="connTx" presStyleLbl="parChTrans1D2" presStyleIdx="4" presStyleCnt="5"/>
      <dgm:spPr/>
    </dgm:pt>
    <dgm:pt modelId="{B024F628-749B-4619-8665-0CA3A642E694}" type="pres">
      <dgm:prSet presAssocID="{4EB3C82F-C9B1-473D-93C7-EA187B849FB0}" presName="node" presStyleLbl="node1" presStyleIdx="4" presStyleCnt="5" custScaleX="129808" custScaleY="122015">
        <dgm:presLayoutVars>
          <dgm:bulletEnabled val="1"/>
        </dgm:presLayoutVars>
      </dgm:prSet>
      <dgm:spPr/>
    </dgm:pt>
  </dgm:ptLst>
  <dgm:cxnLst>
    <dgm:cxn modelId="{33C10B01-B2D2-4603-B3F2-9682593A34DF}" srcId="{67A34C79-4020-47ED-8843-A1C1DE1902E8}" destId="{F180A56D-F636-4101-A9AA-AA1BE62997E0}" srcOrd="0" destOrd="0" parTransId="{FFB877F0-AA55-490E-8852-094232A8985B}" sibTransId="{221A1FBA-663A-4331-BE80-D6A56D1F5E5C}"/>
    <dgm:cxn modelId="{DB425F01-F9C9-4C92-B9EE-4824933F1335}" type="presOf" srcId="{31C82FB6-4B37-4D16-B769-FCA36DBB75A1}" destId="{2F6C7E30-2ABB-42D8-9B61-1A0734F890E4}" srcOrd="0" destOrd="1" presId="urn:microsoft.com/office/officeart/2005/8/layout/radial1"/>
    <dgm:cxn modelId="{02A29901-5303-48F7-9F4D-1C2EBF3CCA5A}" srcId="{15510D99-E53A-4E90-8765-E2D8581CB049}" destId="{857408D7-9039-4C57-9370-DF503BB461B9}" srcOrd="0" destOrd="0" parTransId="{74D50F3C-397B-4090-9DA0-1CFFA497FDCC}" sibTransId="{55522FA4-098C-49A4-B9B5-6F076F09BFBF}"/>
    <dgm:cxn modelId="{566E6B06-6053-4C8A-A12D-561295E6EF9C}" type="presOf" srcId="{545DFE18-BF1C-46CB-B640-1814949E9D8D}" destId="{F247FA05-F122-440B-8341-B817F43DCC1E}" srcOrd="0" destOrd="0" presId="urn:microsoft.com/office/officeart/2005/8/layout/radial1"/>
    <dgm:cxn modelId="{34C6A707-D2CA-48C5-A82E-AED8E2DE59DF}" type="presOf" srcId="{48F3F36E-C7CB-4A1E-BD94-1F3176BDFD3A}" destId="{E793127B-58EB-4068-9E9C-744B7AF375F7}" srcOrd="0" destOrd="0" presId="urn:microsoft.com/office/officeart/2005/8/layout/radial1"/>
    <dgm:cxn modelId="{5EF0370A-6A43-4A55-A4A9-A100E9D2A427}" srcId="{857408D7-9039-4C57-9370-DF503BB461B9}" destId="{4EB3C82F-C9B1-473D-93C7-EA187B849FB0}" srcOrd="4" destOrd="0" parTransId="{545DFE18-BF1C-46CB-B640-1814949E9D8D}" sibTransId="{AADF8D95-7EAC-43A4-A52E-B3F93FFCE02E}"/>
    <dgm:cxn modelId="{52B3B70A-207C-4B8B-A0C1-57B08208B057}" srcId="{67A34C79-4020-47ED-8843-A1C1DE1902E8}" destId="{AF589D30-3174-415A-BF01-88AFFE619B70}" srcOrd="2" destOrd="0" parTransId="{03827234-CFCD-4C39-AF63-2561185E67F1}" sibTransId="{471BCE5E-4F2F-4372-8FBE-075CF9CEABA6}"/>
    <dgm:cxn modelId="{0C1C310C-A522-4F8A-9B79-EDCA735DF27C}" type="presOf" srcId="{857408D7-9039-4C57-9370-DF503BB461B9}" destId="{F34DD085-399E-48EB-8AD1-1111C6D956FE}" srcOrd="0" destOrd="0" presId="urn:microsoft.com/office/officeart/2005/8/layout/radial1"/>
    <dgm:cxn modelId="{A5F9300F-C0E2-4C97-92A8-A4FCDF6C3B01}" srcId="{078FD08E-AE7B-4978-BC9A-C80970A0F29D}" destId="{BB038BCF-66BF-4E4F-8F71-57D0E0A50D38}" srcOrd="1" destOrd="0" parTransId="{4318C2D6-7973-435F-BA69-41C0A4E47163}" sibTransId="{C9FA0B47-6C39-4E2F-84CA-F5B84E3CED93}"/>
    <dgm:cxn modelId="{3683EE13-01A5-49D2-852B-130A25FC4020}" srcId="{42C917D8-BDD9-438F-A297-97462ECEAEE1}" destId="{7EDAA990-303A-48B1-A963-3DE05B829840}" srcOrd="2" destOrd="0" parTransId="{D4BD4B64-3CF4-4622-BB61-27779549B1C0}" sibTransId="{5F5B974F-585A-461D-AB53-01A41A345C6A}"/>
    <dgm:cxn modelId="{01FD2117-898D-4DC7-A651-A56352991849}" srcId="{4EB3C82F-C9B1-473D-93C7-EA187B849FB0}" destId="{AB843325-5181-4B2C-A76A-7CBFD08B9B2C}" srcOrd="1" destOrd="0" parTransId="{4E2E2C51-C612-47D1-874F-7853672ABFED}" sibTransId="{30882AA9-5C1F-42C2-8D2A-DCEA9BE370D9}"/>
    <dgm:cxn modelId="{E0FAA617-177D-452F-A264-F3E7DD5B18F4}" srcId="{15510D99-E53A-4E90-8765-E2D8581CB049}" destId="{8B912E6A-47DC-4F95-BB74-1A823C6BE1AF}" srcOrd="2" destOrd="0" parTransId="{087BECC6-60B9-4710-BD2B-6A8B03A3134A}" sibTransId="{F03A876D-F410-4D01-9B9D-6E05F193C4C6}"/>
    <dgm:cxn modelId="{A8E6D01A-4C7D-4091-A801-0A115C0AB2B8}" type="presOf" srcId="{A64AA004-55BB-4615-9200-954AB4FD6317}" destId="{AA56AD41-8C0A-4F2F-83EE-81F952F7E942}" srcOrd="1" destOrd="0" presId="urn:microsoft.com/office/officeart/2005/8/layout/radial1"/>
    <dgm:cxn modelId="{ABDCA11B-2BB0-4C5D-AC7C-DFBA9388E5F3}" srcId="{42C917D8-BDD9-438F-A297-97462ECEAEE1}" destId="{04FDE6E6-96AC-409E-9794-D94E2640C01B}" srcOrd="1" destOrd="0" parTransId="{8DB5AEE6-4AFA-4378-AAAB-C823DAEAD172}" sibTransId="{A7B82446-7F09-449A-8420-788CFC849392}"/>
    <dgm:cxn modelId="{C206E21C-0AA9-49A1-8852-0ECBEA080883}" srcId="{95E01822-334E-433B-ACA3-1B0168B9686E}" destId="{7B78D14D-E26F-4352-9F1D-25A592FE0D21}" srcOrd="1" destOrd="0" parTransId="{7E1E63BE-83D8-49D4-8B8A-80EC8DF28E3F}" sibTransId="{1E4DFC3B-2864-4A4C-918C-D1AEA12F131D}"/>
    <dgm:cxn modelId="{5F3DF61F-BDFB-4461-902A-D700CBF17FE0}" type="presOf" srcId="{ADD7492D-3068-42FF-9749-F6DAD2498769}" destId="{0126570C-1D40-4454-93C1-7CA1722FF7BE}" srcOrd="0" destOrd="0" presId="urn:microsoft.com/office/officeart/2005/8/layout/radial1"/>
    <dgm:cxn modelId="{62B4FE24-461D-41DF-B758-284E715BB2F0}" srcId="{92B9C21C-7B0D-4014-B67C-99213DCB0E91}" destId="{71FAF6B8-DAB1-4409-B235-60E0819D598A}" srcOrd="2" destOrd="0" parTransId="{3550CEF5-7134-4B4A-A434-BA7BAFEE05DC}" sibTransId="{F6AABF62-612B-4081-914A-CF406D0B719C}"/>
    <dgm:cxn modelId="{A18BA92B-7038-4AE4-8178-15379D4B5440}" srcId="{078FD08E-AE7B-4978-BC9A-C80970A0F29D}" destId="{DC712245-2B51-457A-A660-62C8F31BF737}" srcOrd="2" destOrd="0" parTransId="{7A4BA469-8E02-4D99-8C84-0F83E1430E8B}" sibTransId="{686DF65C-4357-436B-9A40-6E7C13412024}"/>
    <dgm:cxn modelId="{1592D22D-3B11-408C-BDB2-D8F1642D0F30}" type="presOf" srcId="{1CA4D180-2774-4A79-B0F5-789CA318DD79}" destId="{B024F628-749B-4619-8665-0CA3A642E694}" srcOrd="0" destOrd="3" presId="urn:microsoft.com/office/officeart/2005/8/layout/radial1"/>
    <dgm:cxn modelId="{DCC50F2E-0D47-4975-B091-056203748258}" type="presOf" srcId="{7B78D14D-E26F-4352-9F1D-25A592FE0D21}" destId="{2F6C7E30-2ABB-42D8-9B61-1A0734F890E4}" srcOrd="0" destOrd="2" presId="urn:microsoft.com/office/officeart/2005/8/layout/radial1"/>
    <dgm:cxn modelId="{E1448730-1259-4AFD-8853-D6F09F9F6D05}" srcId="{42C917D8-BDD9-438F-A297-97462ECEAEE1}" destId="{F50977B4-2044-4502-ABF1-EA2752D07CF3}" srcOrd="0" destOrd="0" parTransId="{B7E66840-11E2-4E82-8ED7-B8E3E7297670}" sibTransId="{55FB8D95-4A02-466F-88EE-9745B391F5C1}"/>
    <dgm:cxn modelId="{586B0636-B1E0-4575-A874-D82668CA5894}" type="presOf" srcId="{77FCEFE2-7690-4F76-AEA7-68401302A3EE}" destId="{C6540AB2-9E3B-4991-A951-EAEE5E7EA5A4}" srcOrd="0" destOrd="0" presId="urn:microsoft.com/office/officeart/2005/8/layout/radial1"/>
    <dgm:cxn modelId="{3258BF3D-CA08-45D8-A379-BA8DD4844715}" srcId="{8B912E6A-47DC-4F95-BB74-1A823C6BE1AF}" destId="{19E3F930-8970-4201-97F4-C95B85F1B50C}" srcOrd="0" destOrd="0" parTransId="{6A88F399-0D42-4292-87F1-5E76E165D23F}" sibTransId="{26C0A968-65F8-45FD-A0FF-484094D26534}"/>
    <dgm:cxn modelId="{7C02F35F-8D22-4C8F-AAD4-3E8A8B5D12B1}" type="presOf" srcId="{F50977B4-2044-4502-ABF1-EA2752D07CF3}" destId="{7BE8AB62-E4C6-42E1-BF3E-D74DEED3E071}" srcOrd="0" destOrd="1" presId="urn:microsoft.com/office/officeart/2005/8/layout/radial1"/>
    <dgm:cxn modelId="{94C69144-2EDE-45E8-A2CB-A5179985F262}" type="presOf" srcId="{7EDAA990-303A-48B1-A963-3DE05B829840}" destId="{7BE8AB62-E4C6-42E1-BF3E-D74DEED3E071}" srcOrd="0" destOrd="3" presId="urn:microsoft.com/office/officeart/2005/8/layout/radial1"/>
    <dgm:cxn modelId="{A22E7E67-4212-4CD8-A0CE-458CE5391F29}" type="presOf" srcId="{4469A258-E153-4304-95FE-6C346029A1EC}" destId="{2F6C7E30-2ABB-42D8-9B61-1A0734F890E4}" srcOrd="0" destOrd="3" presId="urn:microsoft.com/office/officeart/2005/8/layout/radial1"/>
    <dgm:cxn modelId="{6F709C4B-A266-4BA9-803C-ED8C17296548}" type="presOf" srcId="{67A34C79-4020-47ED-8843-A1C1DE1902E8}" destId="{B2BB9D37-B84C-4D0A-A4B9-E893D3E9D588}" srcOrd="0" destOrd="0" presId="urn:microsoft.com/office/officeart/2005/8/layout/radial1"/>
    <dgm:cxn modelId="{BFA2184D-C47C-4872-803D-9A1891C61117}" type="presOf" srcId="{AF589D30-3174-415A-BF01-88AFFE619B70}" destId="{B2BB9D37-B84C-4D0A-A4B9-E893D3E9D588}" srcOrd="0" destOrd="3" presId="urn:microsoft.com/office/officeart/2005/8/layout/radial1"/>
    <dgm:cxn modelId="{D7727170-1C52-455F-AEC4-B0DF68C1A764}" srcId="{4EB3C82F-C9B1-473D-93C7-EA187B849FB0}" destId="{1CA4D180-2774-4A79-B0F5-789CA318DD79}" srcOrd="2" destOrd="0" parTransId="{67B2E907-F28B-4327-BDA1-110923E74747}" sibTransId="{B9250810-EADE-4C14-892C-B8A236501812}"/>
    <dgm:cxn modelId="{0905D176-1D18-46F0-9003-2C88ADD2DD3C}" srcId="{857408D7-9039-4C57-9370-DF503BB461B9}" destId="{42C917D8-BDD9-438F-A297-97462ECEAEE1}" srcOrd="2" destOrd="0" parTransId="{77FCEFE2-7690-4F76-AEA7-68401302A3EE}" sibTransId="{79C92941-999A-4C44-B220-B9777AD4DB46}"/>
    <dgm:cxn modelId="{C6535677-CBB8-4923-B9B4-EC0A4A23F433}" type="presOf" srcId="{3320A13F-057A-4FA5-96FD-724D6A30656D}" destId="{B2BB9D37-B84C-4D0A-A4B9-E893D3E9D588}" srcOrd="0" destOrd="2" presId="urn:microsoft.com/office/officeart/2005/8/layout/radial1"/>
    <dgm:cxn modelId="{1E62AF57-D86A-4B6F-BB0B-9B8CB8F25B9B}" type="presOf" srcId="{F180A56D-F636-4101-A9AA-AA1BE62997E0}" destId="{B2BB9D37-B84C-4D0A-A4B9-E893D3E9D588}" srcOrd="0" destOrd="1" presId="urn:microsoft.com/office/officeart/2005/8/layout/radial1"/>
    <dgm:cxn modelId="{68A24781-E48E-47AF-9C54-C6F9F3C8437D}" type="presOf" srcId="{A64AA004-55BB-4615-9200-954AB4FD6317}" destId="{3EB150C7-DEC2-4289-AE63-81EA40C2290D}" srcOrd="0" destOrd="0" presId="urn:microsoft.com/office/officeart/2005/8/layout/radial1"/>
    <dgm:cxn modelId="{E8999381-1EBF-4922-B128-64CEEC478735}" type="presOf" srcId="{69A0ECC9-B797-42A7-8D42-1F618420BDAB}" destId="{B024F628-749B-4619-8665-0CA3A642E694}" srcOrd="0" destOrd="1" presId="urn:microsoft.com/office/officeart/2005/8/layout/radial1"/>
    <dgm:cxn modelId="{A527B683-75CD-4F1C-9287-44C6454DDA8D}" srcId="{B14C82C2-9C5C-4137-AC17-59CA72C06F0B}" destId="{D0E3EB54-F9B2-4F7C-AB80-DF86E2AB8EEE}" srcOrd="2" destOrd="0" parTransId="{9B998F4F-0814-44AC-8D80-0DE8F26F460E}" sibTransId="{AD8A45E3-F360-465E-8D5F-407823C34B60}"/>
    <dgm:cxn modelId="{07FD2985-8EBB-480A-B4FF-82D53DD0C818}" srcId="{857408D7-9039-4C57-9370-DF503BB461B9}" destId="{B14C82C2-9C5C-4137-AC17-59CA72C06F0B}" srcOrd="1" destOrd="0" parTransId="{A64AA004-55BB-4615-9200-954AB4FD6317}" sibTransId="{E0E58257-2C5F-4D99-A0D7-E49312AA8DC1}"/>
    <dgm:cxn modelId="{86308486-04C3-46DC-B155-BE318304D235}" srcId="{92B9C21C-7B0D-4014-B67C-99213DCB0E91}" destId="{FB947C42-FF47-460B-805A-47E730DCA714}" srcOrd="0" destOrd="0" parTransId="{8C2B1A76-226F-4644-A87E-82640DFCA47E}" sibTransId="{A3E2262A-98E7-4589-BC07-16BAF15B8DB8}"/>
    <dgm:cxn modelId="{84116F88-CB3D-48B4-9984-A4B2FF4D65AD}" srcId="{92B9C21C-7B0D-4014-B67C-99213DCB0E91}" destId="{4E5DC46A-9759-4DF3-9146-B5939C1388B9}" srcOrd="1" destOrd="0" parTransId="{5332A4E2-8E44-41E1-BF86-C65E458FC03E}" sibTransId="{29984E7A-89D8-4A48-B688-9679EE10C334}"/>
    <dgm:cxn modelId="{D6729288-5FB3-41B2-B688-88DFB54B562A}" type="presOf" srcId="{4EB3C82F-C9B1-473D-93C7-EA187B849FB0}" destId="{B024F628-749B-4619-8665-0CA3A642E694}" srcOrd="0" destOrd="0" presId="urn:microsoft.com/office/officeart/2005/8/layout/radial1"/>
    <dgm:cxn modelId="{B906258A-60AE-404A-B6CA-8B70B2B9DF59}" type="presOf" srcId="{2A3BCF85-6216-460E-8267-B4EB46E1986B}" destId="{C129FDCC-96A5-4A74-AE51-C7E105AF483A}" srcOrd="0" destOrd="1" presId="urn:microsoft.com/office/officeart/2005/8/layout/radial1"/>
    <dgm:cxn modelId="{9A17618B-CAEE-4A33-AEC3-BC3C75705532}" srcId="{857408D7-9039-4C57-9370-DF503BB461B9}" destId="{67A34C79-4020-47ED-8843-A1C1DE1902E8}" srcOrd="3" destOrd="0" parTransId="{ADD7492D-3068-42FF-9749-F6DAD2498769}" sibTransId="{E50A5286-59BE-41F6-8228-5A38C3E35F03}"/>
    <dgm:cxn modelId="{1007588D-4666-4E29-AA84-83059EC789BE}" srcId="{95E01822-334E-433B-ACA3-1B0168B9686E}" destId="{4469A258-E153-4304-95FE-6C346029A1EC}" srcOrd="2" destOrd="0" parTransId="{395743A2-60BB-4966-A54A-BB285EED7F90}" sibTransId="{BA22A1BE-0461-4C5F-923D-6CBAF75E7C1D}"/>
    <dgm:cxn modelId="{596D968D-C491-4CAE-9A8D-7E9A60A4039D}" type="presOf" srcId="{B14C82C2-9C5C-4137-AC17-59CA72C06F0B}" destId="{C129FDCC-96A5-4A74-AE51-C7E105AF483A}" srcOrd="0" destOrd="0" presId="urn:microsoft.com/office/officeart/2005/8/layout/radial1"/>
    <dgm:cxn modelId="{FFD2528F-41E9-49F9-AAB1-A969693F7266}" type="presOf" srcId="{92F0B726-8FE2-44AE-A1A8-88DA69815CA3}" destId="{C129FDCC-96A5-4A74-AE51-C7E105AF483A}" srcOrd="0" destOrd="2" presId="urn:microsoft.com/office/officeart/2005/8/layout/radial1"/>
    <dgm:cxn modelId="{694AC38F-C6C9-4A3C-A63B-7CE7130B3591}" type="presOf" srcId="{AB843325-5181-4B2C-A76A-7CBFD08B9B2C}" destId="{B024F628-749B-4619-8665-0CA3A642E694}" srcOrd="0" destOrd="2" presId="urn:microsoft.com/office/officeart/2005/8/layout/radial1"/>
    <dgm:cxn modelId="{318F3B92-15F4-4781-A0EB-FED357BBDB3A}" type="presOf" srcId="{48F3F36E-C7CB-4A1E-BD94-1F3176BDFD3A}" destId="{05AA2F8F-1F50-4F45-9AF0-B8E31E5E7BFA}" srcOrd="1" destOrd="0" presId="urn:microsoft.com/office/officeart/2005/8/layout/radial1"/>
    <dgm:cxn modelId="{7AE6C39B-B0FC-4E0E-916F-BF48C3E57714}" srcId="{8B912E6A-47DC-4F95-BB74-1A823C6BE1AF}" destId="{1131CCAA-E9D5-447C-AE09-DE742A5C330D}" srcOrd="1" destOrd="0" parTransId="{1FDFDEA3-E00A-4C08-84E3-C0E047FFB115}" sibTransId="{C7D09410-22CA-4D6E-8F28-C3300CC8B694}"/>
    <dgm:cxn modelId="{B4C26D9E-A748-4E53-92C3-AE5E6B8F32E8}" srcId="{B14C82C2-9C5C-4137-AC17-59CA72C06F0B}" destId="{2A3BCF85-6216-460E-8267-B4EB46E1986B}" srcOrd="0" destOrd="0" parTransId="{D2343533-3F6A-4545-A1DA-88BADF2E5027}" sibTransId="{FC102A6B-4FC4-4D4F-946E-E7AD4DE583EB}"/>
    <dgm:cxn modelId="{B194799F-FDD7-4DF9-B6F9-D968A3ADD48E}" type="presOf" srcId="{95E01822-334E-433B-ACA3-1B0168B9686E}" destId="{2F6C7E30-2ABB-42D8-9B61-1A0734F890E4}" srcOrd="0" destOrd="0" presId="urn:microsoft.com/office/officeart/2005/8/layout/radial1"/>
    <dgm:cxn modelId="{619FEFA4-150A-4F47-AA48-74CF3F608CF9}" srcId="{857408D7-9039-4C57-9370-DF503BB461B9}" destId="{95E01822-334E-433B-ACA3-1B0168B9686E}" srcOrd="0" destOrd="0" parTransId="{48F3F36E-C7CB-4A1E-BD94-1F3176BDFD3A}" sibTransId="{79B8893C-21BE-45CF-96E1-036C049BEB8D}"/>
    <dgm:cxn modelId="{009D09A8-D11E-4DC4-850F-88CCD4E511CE}" type="presOf" srcId="{42C917D8-BDD9-438F-A297-97462ECEAEE1}" destId="{7BE8AB62-E4C6-42E1-BF3E-D74DEED3E071}" srcOrd="0" destOrd="0" presId="urn:microsoft.com/office/officeart/2005/8/layout/radial1"/>
    <dgm:cxn modelId="{7FB21BAE-FACA-450E-AE93-EE54AA805AED}" type="presOf" srcId="{15510D99-E53A-4E90-8765-E2D8581CB049}" destId="{C7617452-7DE5-483F-8266-A442ADE52ECC}" srcOrd="0" destOrd="0" presId="urn:microsoft.com/office/officeart/2005/8/layout/radial1"/>
    <dgm:cxn modelId="{EFA181B0-CDA5-41D7-8EDE-F0D6E7D17658}" srcId="{4EB3C82F-C9B1-473D-93C7-EA187B849FB0}" destId="{69A0ECC9-B797-42A7-8D42-1F618420BDAB}" srcOrd="0" destOrd="0" parTransId="{6B2261BA-8C81-4B35-99E3-5FC92EB29462}" sibTransId="{AA74E5DE-C678-4E64-A46D-8D3FA8F887B9}"/>
    <dgm:cxn modelId="{F9AED4B5-25B5-46FA-8853-9EC7AEE9674C}" type="presOf" srcId="{D0E3EB54-F9B2-4F7C-AB80-DF86E2AB8EEE}" destId="{C129FDCC-96A5-4A74-AE51-C7E105AF483A}" srcOrd="0" destOrd="3" presId="urn:microsoft.com/office/officeart/2005/8/layout/radial1"/>
    <dgm:cxn modelId="{699DBAB9-7FC7-40E4-B91A-1102F53B9021}" srcId="{8B912E6A-47DC-4F95-BB74-1A823C6BE1AF}" destId="{E6627B52-81CF-42DA-95B6-FE78E93A088B}" srcOrd="2" destOrd="0" parTransId="{383ED2CA-2362-468F-B29E-03A42F5C0DD4}" sibTransId="{47C5956E-82E6-4081-93E3-BAC0BFAFC2B7}"/>
    <dgm:cxn modelId="{278305C2-C68A-42EC-A858-F1E85EB1E761}" srcId="{15510D99-E53A-4E90-8765-E2D8581CB049}" destId="{92B9C21C-7B0D-4014-B67C-99213DCB0E91}" srcOrd="3" destOrd="0" parTransId="{D50BD607-18B7-444B-A34B-842C42635E7C}" sibTransId="{CF1ADFF8-287C-4964-ABFC-F0CEB0A07093}"/>
    <dgm:cxn modelId="{38B8C7C2-9FC5-45F4-A93D-EB451CA93AA0}" srcId="{67A34C79-4020-47ED-8843-A1C1DE1902E8}" destId="{3320A13F-057A-4FA5-96FD-724D6A30656D}" srcOrd="1" destOrd="0" parTransId="{06107310-50A4-4363-BD56-7358F5013AB4}" sibTransId="{963EB9DD-2B2F-4652-A2D1-015A49A7D7B6}"/>
    <dgm:cxn modelId="{0C4386C8-A756-45AA-94F6-A0F19ACB74F2}" srcId="{078FD08E-AE7B-4978-BC9A-C80970A0F29D}" destId="{FF4394D8-64E9-490B-927B-5BCCCF16396D}" srcOrd="0" destOrd="0" parTransId="{C1A5535A-2178-4A56-8981-35918EF0764C}" sibTransId="{E222CB76-7996-4455-8C07-82BF9B07F284}"/>
    <dgm:cxn modelId="{874653C9-1747-4325-8812-7064408E5A19}" type="presOf" srcId="{04FDE6E6-96AC-409E-9794-D94E2640C01B}" destId="{7BE8AB62-E4C6-42E1-BF3E-D74DEED3E071}" srcOrd="0" destOrd="2" presId="urn:microsoft.com/office/officeart/2005/8/layout/radial1"/>
    <dgm:cxn modelId="{EB51ACCD-BD28-4821-98CA-F4BADC17F892}" type="presOf" srcId="{77FCEFE2-7690-4F76-AEA7-68401302A3EE}" destId="{21DFB484-4821-44E7-90FE-F4E82B706CB7}" srcOrd="1" destOrd="0" presId="urn:microsoft.com/office/officeart/2005/8/layout/radial1"/>
    <dgm:cxn modelId="{A5B843DC-496C-4E17-8E7B-68CD99DF3BB8}" srcId="{B14C82C2-9C5C-4137-AC17-59CA72C06F0B}" destId="{92F0B726-8FE2-44AE-A1A8-88DA69815CA3}" srcOrd="1" destOrd="0" parTransId="{C05F882B-07E1-4EED-8F16-136E20E1A486}" sibTransId="{83780CC1-2BF0-4E85-B4A3-5C23C1AAC420}"/>
    <dgm:cxn modelId="{3A2D19E6-D8D4-48B8-8851-3911E882F98A}" srcId="{95E01822-334E-433B-ACA3-1B0168B9686E}" destId="{31C82FB6-4B37-4D16-B769-FCA36DBB75A1}" srcOrd="0" destOrd="0" parTransId="{AF5E2B44-99A9-4096-B529-89FA4CF40E14}" sibTransId="{65391AD4-F8EE-4193-971E-AC92234D5138}"/>
    <dgm:cxn modelId="{7A77B4EB-71F6-4E41-A5B8-176887AD0F18}" type="presOf" srcId="{545DFE18-BF1C-46CB-B640-1814949E9D8D}" destId="{B3EF3307-5FF7-4846-8955-C51AB86CFC76}" srcOrd="1" destOrd="0" presId="urn:microsoft.com/office/officeart/2005/8/layout/radial1"/>
    <dgm:cxn modelId="{C1C3FDEE-70F9-4813-AFBA-5F399B2F6162}" srcId="{15510D99-E53A-4E90-8765-E2D8581CB049}" destId="{078FD08E-AE7B-4978-BC9A-C80970A0F29D}" srcOrd="1" destOrd="0" parTransId="{278420F3-C346-4BCE-9F31-E4CEFF6FE00C}" sibTransId="{0519F82B-D4F5-4736-8F81-D9DC812EC079}"/>
    <dgm:cxn modelId="{E5180FF3-24EA-4FD2-956E-2F47FE00DD94}" type="presOf" srcId="{ADD7492D-3068-42FF-9749-F6DAD2498769}" destId="{53629A4F-0E6E-4757-AB48-2B7E6D0E2605}" srcOrd="1" destOrd="0" presId="urn:microsoft.com/office/officeart/2005/8/layout/radial1"/>
    <dgm:cxn modelId="{40C761C8-B637-4153-B608-32FE9E3A3B52}" type="presParOf" srcId="{C7617452-7DE5-483F-8266-A442ADE52ECC}" destId="{F34DD085-399E-48EB-8AD1-1111C6D956FE}" srcOrd="0" destOrd="0" presId="urn:microsoft.com/office/officeart/2005/8/layout/radial1"/>
    <dgm:cxn modelId="{7228D8F1-CF15-4380-908B-CB4CEC387670}" type="presParOf" srcId="{C7617452-7DE5-483F-8266-A442ADE52ECC}" destId="{E793127B-58EB-4068-9E9C-744B7AF375F7}" srcOrd="1" destOrd="0" presId="urn:microsoft.com/office/officeart/2005/8/layout/radial1"/>
    <dgm:cxn modelId="{086122F2-357C-4BE1-9A8A-7F1EBF5651ED}" type="presParOf" srcId="{E793127B-58EB-4068-9E9C-744B7AF375F7}" destId="{05AA2F8F-1F50-4F45-9AF0-B8E31E5E7BFA}" srcOrd="0" destOrd="0" presId="urn:microsoft.com/office/officeart/2005/8/layout/radial1"/>
    <dgm:cxn modelId="{5E26088A-D29D-4432-956E-5C423C6B70FB}" type="presParOf" srcId="{C7617452-7DE5-483F-8266-A442ADE52ECC}" destId="{2F6C7E30-2ABB-42D8-9B61-1A0734F890E4}" srcOrd="2" destOrd="0" presId="urn:microsoft.com/office/officeart/2005/8/layout/radial1"/>
    <dgm:cxn modelId="{BDC23478-D240-44CE-BD91-CD7CEEBE44CA}" type="presParOf" srcId="{C7617452-7DE5-483F-8266-A442ADE52ECC}" destId="{3EB150C7-DEC2-4289-AE63-81EA40C2290D}" srcOrd="3" destOrd="0" presId="urn:microsoft.com/office/officeart/2005/8/layout/radial1"/>
    <dgm:cxn modelId="{F369D4D1-1420-4223-BD10-313CB22CD01F}" type="presParOf" srcId="{3EB150C7-DEC2-4289-AE63-81EA40C2290D}" destId="{AA56AD41-8C0A-4F2F-83EE-81F952F7E942}" srcOrd="0" destOrd="0" presId="urn:microsoft.com/office/officeart/2005/8/layout/radial1"/>
    <dgm:cxn modelId="{FC47B827-6BD9-4DA6-9898-764815E921E7}" type="presParOf" srcId="{C7617452-7DE5-483F-8266-A442ADE52ECC}" destId="{C129FDCC-96A5-4A74-AE51-C7E105AF483A}" srcOrd="4" destOrd="0" presId="urn:microsoft.com/office/officeart/2005/8/layout/radial1"/>
    <dgm:cxn modelId="{328F0A84-77DC-438E-84D0-9B072C3D22C6}" type="presParOf" srcId="{C7617452-7DE5-483F-8266-A442ADE52ECC}" destId="{C6540AB2-9E3B-4991-A951-EAEE5E7EA5A4}" srcOrd="5" destOrd="0" presId="urn:microsoft.com/office/officeart/2005/8/layout/radial1"/>
    <dgm:cxn modelId="{592FCEEF-30A1-4C9D-817E-AED97F4943BD}" type="presParOf" srcId="{C6540AB2-9E3B-4991-A951-EAEE5E7EA5A4}" destId="{21DFB484-4821-44E7-90FE-F4E82B706CB7}" srcOrd="0" destOrd="0" presId="urn:microsoft.com/office/officeart/2005/8/layout/radial1"/>
    <dgm:cxn modelId="{079C5EE6-68C8-49B2-B130-843148F4B7E1}" type="presParOf" srcId="{C7617452-7DE5-483F-8266-A442ADE52ECC}" destId="{7BE8AB62-E4C6-42E1-BF3E-D74DEED3E071}" srcOrd="6" destOrd="0" presId="urn:microsoft.com/office/officeart/2005/8/layout/radial1"/>
    <dgm:cxn modelId="{8F1FECDA-9160-434A-9679-E6F76BB627D8}" type="presParOf" srcId="{C7617452-7DE5-483F-8266-A442ADE52ECC}" destId="{0126570C-1D40-4454-93C1-7CA1722FF7BE}" srcOrd="7" destOrd="0" presId="urn:microsoft.com/office/officeart/2005/8/layout/radial1"/>
    <dgm:cxn modelId="{8E5C439A-FAA9-4B4C-A1E4-72B25DC3A3BA}" type="presParOf" srcId="{0126570C-1D40-4454-93C1-7CA1722FF7BE}" destId="{53629A4F-0E6E-4757-AB48-2B7E6D0E2605}" srcOrd="0" destOrd="0" presId="urn:microsoft.com/office/officeart/2005/8/layout/radial1"/>
    <dgm:cxn modelId="{ABDA7EB1-99BE-4215-A290-A4620B281990}" type="presParOf" srcId="{C7617452-7DE5-483F-8266-A442ADE52ECC}" destId="{B2BB9D37-B84C-4D0A-A4B9-E893D3E9D588}" srcOrd="8" destOrd="0" presId="urn:microsoft.com/office/officeart/2005/8/layout/radial1"/>
    <dgm:cxn modelId="{6E140C5D-597F-4D83-9B7F-7FD0FD9D0F76}" type="presParOf" srcId="{C7617452-7DE5-483F-8266-A442ADE52ECC}" destId="{F247FA05-F122-440B-8341-B817F43DCC1E}" srcOrd="9" destOrd="0" presId="urn:microsoft.com/office/officeart/2005/8/layout/radial1"/>
    <dgm:cxn modelId="{3E2258D9-FFFD-4370-B0A5-D470F9929544}" type="presParOf" srcId="{F247FA05-F122-440B-8341-B817F43DCC1E}" destId="{B3EF3307-5FF7-4846-8955-C51AB86CFC76}" srcOrd="0" destOrd="0" presId="urn:microsoft.com/office/officeart/2005/8/layout/radial1"/>
    <dgm:cxn modelId="{5FC6FF3F-C84B-438A-99A9-5030F8734C68}" type="presParOf" srcId="{C7617452-7DE5-483F-8266-A442ADE52ECC}" destId="{B024F628-749B-4619-8665-0CA3A642E694}" srcOrd="1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31272A6-C745-466C-AE94-DE8D91A8E31A}" type="doc">
      <dgm:prSet loTypeId="urn:microsoft.com/office/officeart/2005/8/layout/chevron1" loCatId="process" qsTypeId="urn:microsoft.com/office/officeart/2005/8/quickstyle/simple1#12" qsCatId="simple" csTypeId="urn:microsoft.com/office/officeart/2005/8/colors/accent1_2#14" csCatId="accent1" phldr="1"/>
      <dgm:spPr/>
      <dgm:t>
        <a:bodyPr/>
        <a:lstStyle/>
        <a:p>
          <a:endParaRPr lang="en-IN"/>
        </a:p>
      </dgm:t>
    </dgm:pt>
    <dgm:pt modelId="{C0163AFA-236C-4CFE-8648-8D730E3B30FF}">
      <dgm:prSet custT="1"/>
      <dgm:spPr/>
      <dgm:t>
        <a:bodyPr/>
        <a:lstStyle/>
        <a:p>
          <a:pPr algn="ctr"/>
          <a:r>
            <a:rPr lang="en-IN" sz="1500" b="1" dirty="0">
              <a:latin typeface="Arial" panose="020B0604020202020204" pitchFamily="34" charset="0"/>
              <a:cs typeface="Arial" panose="020B0604020202020204" pitchFamily="34" charset="0"/>
            </a:rPr>
            <a:t>1. Competitor Analysis</a:t>
          </a:r>
          <a:endParaRPr lang="en-IN" sz="15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BB3977-C5B8-4E55-9DBD-19CC348E92C1}" type="parTrans" cxnId="{8F82FDFC-3CE5-4825-BBBE-CD2557C14EF1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9D66F9-3638-4C4D-9ED2-3829DFD57C9E}" type="sibTrans" cxnId="{8F82FDFC-3CE5-4825-BBBE-CD2557C14EF1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B023E74-C313-4C86-82BC-890B43A47683}">
      <dgm:prSet custT="1"/>
      <dgm:spPr/>
      <dgm:t>
        <a:bodyPr/>
        <a:lstStyle/>
        <a:p>
          <a:pPr algn="l"/>
          <a:endParaRPr lang="en-IN" sz="15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4CFFD10-6000-4BE6-8C99-1891852C9318}" type="parTrans" cxnId="{EC1605FF-59D6-49E0-9024-1676D39BF7D9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F53961F-4997-44E8-AC5C-0C160B355F9A}" type="sibTrans" cxnId="{EC1605FF-59D6-49E0-9024-1676D39BF7D9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2A4C72-8164-410A-ABFD-685CF3A3A85B}">
      <dgm:prSet custT="1"/>
      <dgm:spPr/>
      <dgm:t>
        <a:bodyPr/>
        <a:lstStyle/>
        <a:p>
          <a:pPr algn="l"/>
          <a:r>
            <a:rPr lang="en-IN" sz="1500" dirty="0" err="1">
              <a:latin typeface="Arial" panose="020B0604020202020204" pitchFamily="34" charset="0"/>
              <a:cs typeface="Arial" panose="020B0604020202020204" pitchFamily="34" charset="0"/>
            </a:rPr>
            <a:t>Vaave</a:t>
          </a:r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  <a:t> – CRM + fundraising (limited AI) </a:t>
          </a:r>
          <a:b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  <a:t>🔗 </a:t>
          </a:r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"/>
            </a:rPr>
            <a:t>vaave.com</a:t>
          </a:r>
          <a:endParaRPr lang="en-IN" sz="15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6F9880-1FB6-4080-9616-DDCA7BFDD193}" type="parTrans" cxnId="{84AAE5FE-B922-4459-868D-F2716DB657A0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2DEB01E-2489-4757-8D44-AEB4CC741216}" type="sibTrans" cxnId="{84AAE5FE-B922-4459-868D-F2716DB657A0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53DF1D-2876-437D-AB5D-D96CE380A423}">
      <dgm:prSet custT="1"/>
      <dgm:spPr/>
      <dgm:t>
        <a:bodyPr/>
        <a:lstStyle/>
        <a:p>
          <a:pPr algn="ctr"/>
          <a:r>
            <a:rPr lang="en-IN" sz="1500" b="1" dirty="0">
              <a:latin typeface="Arial" panose="020B0604020202020204" pitchFamily="34" charset="0"/>
              <a:cs typeface="Arial" panose="020B0604020202020204" pitchFamily="34" charset="0"/>
            </a:rPr>
            <a:t>2. Industry Reports</a:t>
          </a:r>
          <a:endParaRPr lang="en-IN" sz="15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BBD95A5-5DE5-4707-AA7B-B3C75225330E}" type="parTrans" cxnId="{A12EF57B-1B2D-4F08-BC2B-AA229B93D5BC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4541DA-904A-494F-9DBC-5116A8534B0F}" type="sibTrans" cxnId="{A12EF57B-1B2D-4F08-BC2B-AA229B93D5BC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D981A3E-FC3F-409F-8C29-CB4F3D422369}">
      <dgm:prSet custT="1"/>
      <dgm:spPr/>
      <dgm:t>
        <a:bodyPr/>
        <a:lstStyle/>
        <a:p>
          <a:pPr algn="l"/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  <a:t>QS Rankings – Alumni metric 🔗 </a:t>
          </a:r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2"/>
            </a:rPr>
            <a:t>topuniversities.com</a:t>
          </a:r>
          <a:endParaRPr lang="en-IN" sz="15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3896DD-6A2B-4F61-A89C-DCEECAABA03F}" type="parTrans" cxnId="{85510FAD-DFF2-41A2-809D-2A88F215056B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F09490-16BE-477D-8D63-34121CD8ACF6}" type="sibTrans" cxnId="{85510FAD-DFF2-41A2-809D-2A88F215056B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04B9762-A280-44C1-AA58-152239C78AAD}">
      <dgm:prSet custT="1"/>
      <dgm:spPr/>
      <dgm:t>
        <a:bodyPr/>
        <a:lstStyle/>
        <a:p>
          <a:pPr algn="l"/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  <a:t>THE Rankings – Reputation factor 🔗 </a:t>
          </a:r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3"/>
            </a:rPr>
            <a:t>timeshighereducation.com</a:t>
          </a:r>
          <a:endParaRPr lang="en-IN" sz="15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867D014-7BBF-4913-A241-4CB48FE59696}" type="parTrans" cxnId="{FE6A1BBF-9396-4585-8115-76246161F8C2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F045B24-59F3-49D5-BA9A-5087F2EB41F5}" type="sibTrans" cxnId="{FE6A1BBF-9396-4585-8115-76246161F8C2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71AEAD8-71E6-4EF7-87DD-31072CD5A178}">
      <dgm:prSet custT="1"/>
      <dgm:spPr/>
      <dgm:t>
        <a:bodyPr/>
        <a:lstStyle/>
        <a:p>
          <a:pPr algn="l"/>
          <a:r>
            <a:rPr lang="en-IN" sz="1500">
              <a:latin typeface="Arial" panose="020B0604020202020204" pitchFamily="34" charset="0"/>
              <a:cs typeface="Arial" panose="020B0604020202020204" pitchFamily="34" charset="0"/>
            </a:rPr>
            <a:t>NASSCOM / HolonIQ – EdTech trends</a:t>
          </a:r>
        </a:p>
      </dgm:t>
    </dgm:pt>
    <dgm:pt modelId="{43798E8C-0669-400A-AAA6-68D038D7CFED}" type="parTrans" cxnId="{52FA18EF-CEB7-41B0-A2B0-1E36873D9F46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5E8DD42-D45D-4AB0-BBD0-A1A2E9729BE2}" type="sibTrans" cxnId="{52FA18EF-CEB7-41B0-A2B0-1E36873D9F46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4375EDA-FE5F-4D10-8143-5A517018342B}">
      <dgm:prSet custT="1"/>
      <dgm:spPr/>
      <dgm:t>
        <a:bodyPr/>
        <a:lstStyle/>
        <a:p>
          <a:pPr algn="ctr"/>
          <a:r>
            <a:rPr lang="en-IN" sz="1500" b="1" dirty="0">
              <a:latin typeface="Arial" panose="020B0604020202020204" pitchFamily="34" charset="0"/>
              <a:cs typeface="Arial" panose="020B0604020202020204" pitchFamily="34" charset="0"/>
            </a:rPr>
            <a:t>3. Technical References</a:t>
          </a:r>
          <a:endParaRPr lang="en-IN" sz="15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4974F5-39D4-4FA6-BBF7-9AE732340432}" type="parTrans" cxnId="{882BF0E5-94CC-4665-9DDA-4C21995D5C24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01DEBDD-EF09-4759-AA44-FC10023720B5}" type="sibTrans" cxnId="{882BF0E5-94CC-4665-9DDA-4C21995D5C24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1E0781D-A90A-4F1B-A56F-24933561F967}">
      <dgm:prSet custT="1"/>
      <dgm:spPr/>
      <dgm:t>
        <a:bodyPr/>
        <a:lstStyle/>
        <a:p>
          <a:pPr algn="l"/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  <a:t>LinkedIn API 🔗 </a:t>
          </a:r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4"/>
            </a:rPr>
            <a:t>learn.microsoft.com/</a:t>
          </a:r>
          <a:r>
            <a:rPr lang="en-IN" sz="1500" dirty="0" err="1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4"/>
            </a:rPr>
            <a:t>linkedin</a:t>
          </a:r>
          <a:endParaRPr lang="en-IN" sz="15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AC55715-0298-4D6F-B90F-1E72857C4EB0}" type="parTrans" cxnId="{BBF06C76-D396-47C0-A1D2-0AF941961EA6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CF85A1-8258-4B23-9E97-AF534235B91C}" type="sibTrans" cxnId="{BBF06C76-D396-47C0-A1D2-0AF941961EA6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9E78D4-FAE5-47BA-A338-DDD1021081FC}">
      <dgm:prSet custT="1"/>
      <dgm:spPr/>
      <dgm:t>
        <a:bodyPr/>
        <a:lstStyle/>
        <a:p>
          <a:pPr algn="l"/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  <a:t>Twilio </a:t>
          </a:r>
          <a:b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  <a:t>🔗 </a:t>
          </a:r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5"/>
            </a:rPr>
            <a:t>twilio.com</a:t>
          </a:r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b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  <a:t>SendGrid </a:t>
          </a:r>
          <a:b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  <a:t>🔗 </a:t>
          </a:r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6"/>
            </a:rPr>
            <a:t>sendgrid.com</a:t>
          </a:r>
          <a:endParaRPr lang="en-IN" sz="15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3E0EAD-A08D-4EF6-94C6-2AD46EBAD4DD}" type="parTrans" cxnId="{45E0127A-31E9-4210-8982-59A3D7330974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CF10B0-26E8-4823-BA49-7D834B10B0C0}" type="sibTrans" cxnId="{45E0127A-31E9-4210-8982-59A3D7330974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776A37-6481-44AA-8672-FD55571D1803}">
      <dgm:prSet custT="1"/>
      <dgm:spPr/>
      <dgm:t>
        <a:bodyPr/>
        <a:lstStyle/>
        <a:p>
          <a:pPr algn="ctr"/>
          <a:r>
            <a:rPr lang="en-IN" sz="1500" b="1">
              <a:latin typeface="Arial" panose="020B0604020202020204" pitchFamily="34" charset="0"/>
              <a:cs typeface="Arial" panose="020B0604020202020204" pitchFamily="34" charset="0"/>
            </a:rPr>
            <a:t>4. Academic &amp; Policy</a:t>
          </a:r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37DF5C-D505-4448-A6BF-F86E12CBBCD9}" type="parTrans" cxnId="{4B81B84F-A8C6-4287-9A46-774F3A9D7FD9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6AC35A-7DD5-4711-A82A-D7F918E887F5}" type="sibTrans" cxnId="{4B81B84F-A8C6-4287-9A46-774F3A9D7FD9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B14020C-8C50-4552-BCC7-882B57F32A40}">
      <dgm:prSet custT="1"/>
      <dgm:spPr/>
      <dgm:t>
        <a:bodyPr/>
        <a:lstStyle/>
        <a:p>
          <a:pPr algn="l"/>
          <a:r>
            <a:rPr lang="en-IN" sz="1500">
              <a:latin typeface="Arial" panose="020B0604020202020204" pitchFamily="34" charset="0"/>
              <a:cs typeface="Arial" panose="020B0604020202020204" pitchFamily="34" charset="0"/>
            </a:rPr>
            <a:t>Alumni Management Best Practices (Global case studies)</a:t>
          </a:r>
        </a:p>
      </dgm:t>
    </dgm:pt>
    <dgm:pt modelId="{B13A7D0A-BD8D-4E22-B65C-D5F5AB317D79}" type="parTrans" cxnId="{6E1ED912-0D79-46F9-A9B8-73C685CD06E5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F324DA-F7A8-4174-9A18-7FAB19F8326F}" type="sibTrans" cxnId="{6E1ED912-0D79-46F9-A9B8-73C685CD06E5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50DB33-87B2-4708-AD5A-965CC15EF8D7}">
      <dgm:prSet custT="1"/>
      <dgm:spPr/>
      <dgm:t>
        <a:bodyPr/>
        <a:lstStyle/>
        <a:p>
          <a:pPr algn="l"/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  <a:t>NEP 2020 (India) 🔗 </a:t>
          </a:r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7"/>
            </a:rPr>
            <a:t>education.gov.in/nep2020</a:t>
          </a:r>
          <a:endParaRPr lang="en-IN" sz="15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FE768E2-7EE8-45DB-AC67-F468BD7343E7}" type="parTrans" cxnId="{E6AFAFFA-80C2-43CD-A74B-CF9FC0040D0A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5955B0-7ED7-452E-915A-1F08F99B1384}" type="sibTrans" cxnId="{E6AFAFFA-80C2-43CD-A74B-CF9FC0040D0A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9E2B770-0037-4717-8E2A-8A7AA5EA7999}">
      <dgm:prSet custT="1"/>
      <dgm:spPr/>
      <dgm:t>
        <a:bodyPr/>
        <a:lstStyle/>
        <a:p>
          <a:pPr algn="l"/>
          <a:r>
            <a:rPr lang="en-IN" sz="1500" dirty="0" err="1">
              <a:latin typeface="Arial" panose="020B0604020202020204" pitchFamily="34" charset="0"/>
              <a:cs typeface="Arial" panose="020B0604020202020204" pitchFamily="34" charset="0"/>
            </a:rPr>
            <a:t>Razorpay</a:t>
          </a:r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b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  <a:t>🔗 razorpay.com</a:t>
          </a:r>
          <a:b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  <a:t>Stripe </a:t>
          </a:r>
          <a:b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IN" sz="1500" dirty="0">
              <a:latin typeface="Arial" panose="020B0604020202020204" pitchFamily="34" charset="0"/>
              <a:cs typeface="Arial" panose="020B0604020202020204" pitchFamily="34" charset="0"/>
            </a:rPr>
            <a:t>🔗 stripe.com</a:t>
          </a:r>
        </a:p>
      </dgm:t>
    </dgm:pt>
    <dgm:pt modelId="{328A0F68-6C01-4EF8-AEBB-57E60A42EBBE}" type="parTrans" cxnId="{90AC8F86-F3AC-400C-BDA0-5856370EA991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6BB264-C86F-4138-9C04-6B6379D6E0C5}" type="sibTrans" cxnId="{90AC8F86-F3AC-400C-BDA0-5856370EA991}">
      <dgm:prSet/>
      <dgm:spPr/>
      <dgm:t>
        <a:bodyPr/>
        <a:lstStyle/>
        <a:p>
          <a:pPr algn="l"/>
          <a:endParaRPr lang="en-IN" sz="15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8173AAF-19C9-4FC3-BC10-FE29885C77D1}" type="pres">
      <dgm:prSet presAssocID="{231272A6-C745-466C-AE94-DE8D91A8E31A}" presName="Name0" presStyleCnt="0">
        <dgm:presLayoutVars>
          <dgm:dir/>
          <dgm:animLvl val="lvl"/>
          <dgm:resizeHandles val="exact"/>
        </dgm:presLayoutVars>
      </dgm:prSet>
      <dgm:spPr/>
    </dgm:pt>
    <dgm:pt modelId="{3B5D4502-275B-4C63-B14A-DE74A84DF9EA}" type="pres">
      <dgm:prSet presAssocID="{C0163AFA-236C-4CFE-8648-8D730E3B30FF}" presName="composite" presStyleCnt="0"/>
      <dgm:spPr/>
    </dgm:pt>
    <dgm:pt modelId="{E4DF5AE6-89E2-4383-B05A-55773D535AAD}" type="pres">
      <dgm:prSet presAssocID="{C0163AFA-236C-4CFE-8648-8D730E3B30FF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F85610C-99F9-490E-9239-1C8A492C4C9B}" type="pres">
      <dgm:prSet presAssocID="{C0163AFA-236C-4CFE-8648-8D730E3B30FF}" presName="desTx" presStyleLbl="revTx" presStyleIdx="0" presStyleCnt="4">
        <dgm:presLayoutVars>
          <dgm:bulletEnabled val="1"/>
        </dgm:presLayoutVars>
      </dgm:prSet>
      <dgm:spPr/>
    </dgm:pt>
    <dgm:pt modelId="{AF247B8A-1E59-44AD-A82C-0D0B54BF8CC5}" type="pres">
      <dgm:prSet presAssocID="{FD9D66F9-3638-4C4D-9ED2-3829DFD57C9E}" presName="space" presStyleCnt="0"/>
      <dgm:spPr/>
    </dgm:pt>
    <dgm:pt modelId="{0A8A7879-DD1B-4943-B5E6-9307D6A766FC}" type="pres">
      <dgm:prSet presAssocID="{D553DF1D-2876-437D-AB5D-D96CE380A423}" presName="composite" presStyleCnt="0"/>
      <dgm:spPr/>
    </dgm:pt>
    <dgm:pt modelId="{FAFEEFF9-8729-4C5D-AFF7-03F2E7BB745B}" type="pres">
      <dgm:prSet presAssocID="{D553DF1D-2876-437D-AB5D-D96CE380A423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F11798B-422A-4BF8-9BDF-65CFB8563D5F}" type="pres">
      <dgm:prSet presAssocID="{D553DF1D-2876-437D-AB5D-D96CE380A423}" presName="desTx" presStyleLbl="revTx" presStyleIdx="1" presStyleCnt="4">
        <dgm:presLayoutVars>
          <dgm:bulletEnabled val="1"/>
        </dgm:presLayoutVars>
      </dgm:prSet>
      <dgm:spPr/>
    </dgm:pt>
    <dgm:pt modelId="{56ECCDC7-E896-421F-B264-415D2878E9AB}" type="pres">
      <dgm:prSet presAssocID="{DA4541DA-904A-494F-9DBC-5116A8534B0F}" presName="space" presStyleCnt="0"/>
      <dgm:spPr/>
    </dgm:pt>
    <dgm:pt modelId="{04EEEB5B-3DC8-42B8-9A85-8478C964C0EF}" type="pres">
      <dgm:prSet presAssocID="{74375EDA-FE5F-4D10-8143-5A517018342B}" presName="composite" presStyleCnt="0"/>
      <dgm:spPr/>
    </dgm:pt>
    <dgm:pt modelId="{E98D78BD-46D7-4C82-A16F-569BA8F23327}" type="pres">
      <dgm:prSet presAssocID="{74375EDA-FE5F-4D10-8143-5A517018342B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8D46138-9F45-4BD7-B0E2-8CFC9E57F938}" type="pres">
      <dgm:prSet presAssocID="{74375EDA-FE5F-4D10-8143-5A517018342B}" presName="desTx" presStyleLbl="revTx" presStyleIdx="2" presStyleCnt="4">
        <dgm:presLayoutVars>
          <dgm:bulletEnabled val="1"/>
        </dgm:presLayoutVars>
      </dgm:prSet>
      <dgm:spPr/>
    </dgm:pt>
    <dgm:pt modelId="{E2171DCC-05FE-453C-B433-EB7C4002524D}" type="pres">
      <dgm:prSet presAssocID="{B01DEBDD-EF09-4759-AA44-FC10023720B5}" presName="space" presStyleCnt="0"/>
      <dgm:spPr/>
    </dgm:pt>
    <dgm:pt modelId="{6217F6AF-7ADA-45D8-A2F0-E1DF80D205EA}" type="pres">
      <dgm:prSet presAssocID="{8C776A37-6481-44AA-8672-FD55571D1803}" presName="composite" presStyleCnt="0"/>
      <dgm:spPr/>
    </dgm:pt>
    <dgm:pt modelId="{2C4A9BA8-99A6-4D7B-B405-FB28A1EEEDC5}" type="pres">
      <dgm:prSet presAssocID="{8C776A37-6481-44AA-8672-FD55571D1803}" presName="par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E4D28B26-3FE2-4E94-BCBF-120C12B31682}" type="pres">
      <dgm:prSet presAssocID="{8C776A37-6481-44AA-8672-FD55571D1803}" presName="desTx" presStyleLbl="revTx" presStyleIdx="3" presStyleCnt="4">
        <dgm:presLayoutVars>
          <dgm:bulletEnabled val="1"/>
        </dgm:presLayoutVars>
      </dgm:prSet>
      <dgm:spPr/>
    </dgm:pt>
  </dgm:ptLst>
  <dgm:cxnLst>
    <dgm:cxn modelId="{006D9207-BF3E-44E0-93E9-503B14A531EF}" type="presOf" srcId="{0D981A3E-FC3F-409F-8C29-CB4F3D422369}" destId="{5F11798B-422A-4BF8-9BDF-65CFB8563D5F}" srcOrd="0" destOrd="0" presId="urn:microsoft.com/office/officeart/2005/8/layout/chevron1"/>
    <dgm:cxn modelId="{6E1ED912-0D79-46F9-A9B8-73C685CD06E5}" srcId="{8C776A37-6481-44AA-8672-FD55571D1803}" destId="{DB14020C-8C50-4552-BCC7-882B57F32A40}" srcOrd="0" destOrd="0" parTransId="{B13A7D0A-BD8D-4E22-B65C-D5F5AB317D79}" sibTransId="{B5F324DA-F7A8-4174-9A18-7FAB19F8326F}"/>
    <dgm:cxn modelId="{11B8232B-6C04-4C91-B1D7-BDEF35CD072E}" type="presOf" srcId="{231272A6-C745-466C-AE94-DE8D91A8E31A}" destId="{58173AAF-19C9-4FC3-BC10-FE29885C77D1}" srcOrd="0" destOrd="0" presId="urn:microsoft.com/office/officeart/2005/8/layout/chevron1"/>
    <dgm:cxn modelId="{46216D35-A863-44D8-8F01-91D828C205A5}" type="presOf" srcId="{DB14020C-8C50-4552-BCC7-882B57F32A40}" destId="{E4D28B26-3FE2-4E94-BCBF-120C12B31682}" srcOrd="0" destOrd="0" presId="urn:microsoft.com/office/officeart/2005/8/layout/chevron1"/>
    <dgm:cxn modelId="{39FFD63D-1078-4DE8-918E-1495020074E8}" type="presOf" srcId="{7B2A4C72-8164-410A-ABFD-685CF3A3A85B}" destId="{6F85610C-99F9-490E-9239-1C8A492C4C9B}" srcOrd="0" destOrd="1" presId="urn:microsoft.com/office/officeart/2005/8/layout/chevron1"/>
    <dgm:cxn modelId="{D6F4FC65-D652-431B-B6A7-CD549AC3C021}" type="presOf" srcId="{3850DB33-87B2-4708-AD5A-965CC15EF8D7}" destId="{E4D28B26-3FE2-4E94-BCBF-120C12B31682}" srcOrd="0" destOrd="1" presId="urn:microsoft.com/office/officeart/2005/8/layout/chevron1"/>
    <dgm:cxn modelId="{4B81B84F-A8C6-4287-9A46-774F3A9D7FD9}" srcId="{231272A6-C745-466C-AE94-DE8D91A8E31A}" destId="{8C776A37-6481-44AA-8672-FD55571D1803}" srcOrd="3" destOrd="0" parTransId="{7B37DF5C-D505-4448-A6BF-F86E12CBBCD9}" sibTransId="{4A6AC35A-7DD5-4711-A82A-D7F918E887F5}"/>
    <dgm:cxn modelId="{CC718152-083D-422B-945F-90126FD139F9}" type="presOf" srcId="{74375EDA-FE5F-4D10-8143-5A517018342B}" destId="{E98D78BD-46D7-4C82-A16F-569BA8F23327}" srcOrd="0" destOrd="0" presId="urn:microsoft.com/office/officeart/2005/8/layout/chevron1"/>
    <dgm:cxn modelId="{BBF06C76-D396-47C0-A1D2-0AF941961EA6}" srcId="{74375EDA-FE5F-4D10-8143-5A517018342B}" destId="{A1E0781D-A90A-4F1B-A56F-24933561F967}" srcOrd="0" destOrd="0" parTransId="{BAC55715-0298-4D6F-B90F-1E72857C4EB0}" sibTransId="{AFCF85A1-8258-4B23-9E97-AF534235B91C}"/>
    <dgm:cxn modelId="{45E0127A-31E9-4210-8982-59A3D7330974}" srcId="{74375EDA-FE5F-4D10-8143-5A517018342B}" destId="{819E78D4-FAE5-47BA-A338-DDD1021081FC}" srcOrd="1" destOrd="0" parTransId="{683E0EAD-A08D-4EF6-94C6-2AD46EBAD4DD}" sibTransId="{22CF10B0-26E8-4823-BA49-7D834B10B0C0}"/>
    <dgm:cxn modelId="{A12EF57B-1B2D-4F08-BC2B-AA229B93D5BC}" srcId="{231272A6-C745-466C-AE94-DE8D91A8E31A}" destId="{D553DF1D-2876-437D-AB5D-D96CE380A423}" srcOrd="1" destOrd="0" parTransId="{0BBD95A5-5DE5-4707-AA7B-B3C75225330E}" sibTransId="{DA4541DA-904A-494F-9DBC-5116A8534B0F}"/>
    <dgm:cxn modelId="{90AC8F86-F3AC-400C-BDA0-5856370EA991}" srcId="{74375EDA-FE5F-4D10-8143-5A517018342B}" destId="{C9E2B770-0037-4717-8E2A-8A7AA5EA7999}" srcOrd="2" destOrd="0" parTransId="{328A0F68-6C01-4EF8-AEBB-57E60A42EBBE}" sibTransId="{B56BB264-C86F-4138-9C04-6B6379D6E0C5}"/>
    <dgm:cxn modelId="{2B3C4F94-59C4-4F63-80EF-4D102AA6DCE0}" type="presOf" srcId="{C0163AFA-236C-4CFE-8648-8D730E3B30FF}" destId="{E4DF5AE6-89E2-4383-B05A-55773D535AAD}" srcOrd="0" destOrd="0" presId="urn:microsoft.com/office/officeart/2005/8/layout/chevron1"/>
    <dgm:cxn modelId="{3CE5F89D-412C-4174-B41F-A4FFB0B4F608}" type="presOf" srcId="{819E78D4-FAE5-47BA-A338-DDD1021081FC}" destId="{18D46138-9F45-4BD7-B0E2-8CFC9E57F938}" srcOrd="0" destOrd="1" presId="urn:microsoft.com/office/officeart/2005/8/layout/chevron1"/>
    <dgm:cxn modelId="{022788A0-9609-4712-8E9E-CA00CD2C92C3}" type="presOf" srcId="{D553DF1D-2876-437D-AB5D-D96CE380A423}" destId="{FAFEEFF9-8729-4C5D-AFF7-03F2E7BB745B}" srcOrd="0" destOrd="0" presId="urn:microsoft.com/office/officeart/2005/8/layout/chevron1"/>
    <dgm:cxn modelId="{350841AA-DCC3-45AF-92A4-7666F09335AD}" type="presOf" srcId="{B04B9762-A280-44C1-AA58-152239C78AAD}" destId="{5F11798B-422A-4BF8-9BDF-65CFB8563D5F}" srcOrd="0" destOrd="1" presId="urn:microsoft.com/office/officeart/2005/8/layout/chevron1"/>
    <dgm:cxn modelId="{85510FAD-DFF2-41A2-809D-2A88F215056B}" srcId="{D553DF1D-2876-437D-AB5D-D96CE380A423}" destId="{0D981A3E-FC3F-409F-8C29-CB4F3D422369}" srcOrd="0" destOrd="0" parTransId="{D53896DD-6A2B-4F61-A89C-DCEECAABA03F}" sibTransId="{57F09490-16BE-477D-8D63-34121CD8ACF6}"/>
    <dgm:cxn modelId="{6AEB42AF-9E34-4DF8-89D7-D5B9E41D2053}" type="presOf" srcId="{871AEAD8-71E6-4EF7-87DD-31072CD5A178}" destId="{5F11798B-422A-4BF8-9BDF-65CFB8563D5F}" srcOrd="0" destOrd="2" presId="urn:microsoft.com/office/officeart/2005/8/layout/chevron1"/>
    <dgm:cxn modelId="{591FA0BD-BE1E-480B-B3D3-41AB618C50F4}" type="presOf" srcId="{8C776A37-6481-44AA-8672-FD55571D1803}" destId="{2C4A9BA8-99A6-4D7B-B405-FB28A1EEEDC5}" srcOrd="0" destOrd="0" presId="urn:microsoft.com/office/officeart/2005/8/layout/chevron1"/>
    <dgm:cxn modelId="{FE6A1BBF-9396-4585-8115-76246161F8C2}" srcId="{D553DF1D-2876-437D-AB5D-D96CE380A423}" destId="{B04B9762-A280-44C1-AA58-152239C78AAD}" srcOrd="1" destOrd="0" parTransId="{2867D014-7BBF-4913-A241-4CB48FE59696}" sibTransId="{1F045B24-59F3-49D5-BA9A-5087F2EB41F5}"/>
    <dgm:cxn modelId="{882BF0E5-94CC-4665-9DDA-4C21995D5C24}" srcId="{231272A6-C745-466C-AE94-DE8D91A8E31A}" destId="{74375EDA-FE5F-4D10-8143-5A517018342B}" srcOrd="2" destOrd="0" parTransId="{024974F5-39D4-4FA6-BBF7-9AE732340432}" sibTransId="{B01DEBDD-EF09-4759-AA44-FC10023720B5}"/>
    <dgm:cxn modelId="{D2A91FE7-B995-40C7-B273-8C663A70C950}" type="presOf" srcId="{C9E2B770-0037-4717-8E2A-8A7AA5EA7999}" destId="{18D46138-9F45-4BD7-B0E2-8CFC9E57F938}" srcOrd="0" destOrd="2" presId="urn:microsoft.com/office/officeart/2005/8/layout/chevron1"/>
    <dgm:cxn modelId="{52FA18EF-CEB7-41B0-A2B0-1E36873D9F46}" srcId="{D553DF1D-2876-437D-AB5D-D96CE380A423}" destId="{871AEAD8-71E6-4EF7-87DD-31072CD5A178}" srcOrd="2" destOrd="0" parTransId="{43798E8C-0669-400A-AAA6-68D038D7CFED}" sibTransId="{75E8DD42-D45D-4AB0-BBD0-A1A2E9729BE2}"/>
    <dgm:cxn modelId="{194D43F6-9EA6-497E-8AE8-9BF3012A665C}" type="presOf" srcId="{A1E0781D-A90A-4F1B-A56F-24933561F967}" destId="{18D46138-9F45-4BD7-B0E2-8CFC9E57F938}" srcOrd="0" destOrd="0" presId="urn:microsoft.com/office/officeart/2005/8/layout/chevron1"/>
    <dgm:cxn modelId="{E6AFAFFA-80C2-43CD-A74B-CF9FC0040D0A}" srcId="{8C776A37-6481-44AA-8672-FD55571D1803}" destId="{3850DB33-87B2-4708-AD5A-965CC15EF8D7}" srcOrd="1" destOrd="0" parTransId="{CFE768E2-7EE8-45DB-AC67-F468BD7343E7}" sibTransId="{655955B0-7ED7-452E-915A-1F08F99B1384}"/>
    <dgm:cxn modelId="{8F82FDFC-3CE5-4825-BBBE-CD2557C14EF1}" srcId="{231272A6-C745-466C-AE94-DE8D91A8E31A}" destId="{C0163AFA-236C-4CFE-8648-8D730E3B30FF}" srcOrd="0" destOrd="0" parTransId="{C6BB3977-C5B8-4E55-9DBD-19CC348E92C1}" sibTransId="{FD9D66F9-3638-4C4D-9ED2-3829DFD57C9E}"/>
    <dgm:cxn modelId="{73639BFD-433C-433F-9E0D-CF09604CBB86}" type="presOf" srcId="{2B023E74-C313-4C86-82BC-890B43A47683}" destId="{6F85610C-99F9-490E-9239-1C8A492C4C9B}" srcOrd="0" destOrd="0" presId="urn:microsoft.com/office/officeart/2005/8/layout/chevron1"/>
    <dgm:cxn modelId="{84AAE5FE-B922-4459-868D-F2716DB657A0}" srcId="{C0163AFA-236C-4CFE-8648-8D730E3B30FF}" destId="{7B2A4C72-8164-410A-ABFD-685CF3A3A85B}" srcOrd="1" destOrd="0" parTransId="{446F9880-1FB6-4080-9616-DDCA7BFDD193}" sibTransId="{82DEB01E-2489-4757-8D44-AEB4CC741216}"/>
    <dgm:cxn modelId="{EC1605FF-59D6-49E0-9024-1676D39BF7D9}" srcId="{C0163AFA-236C-4CFE-8648-8D730E3B30FF}" destId="{2B023E74-C313-4C86-82BC-890B43A47683}" srcOrd="0" destOrd="0" parTransId="{94CFFD10-6000-4BE6-8C99-1891852C9318}" sibTransId="{EF53961F-4997-44E8-AC5C-0C160B355F9A}"/>
    <dgm:cxn modelId="{9A624846-9555-4DA7-9200-7F70A75B94E0}" type="presParOf" srcId="{58173AAF-19C9-4FC3-BC10-FE29885C77D1}" destId="{3B5D4502-275B-4C63-B14A-DE74A84DF9EA}" srcOrd="0" destOrd="0" presId="urn:microsoft.com/office/officeart/2005/8/layout/chevron1"/>
    <dgm:cxn modelId="{3C811110-927E-48DB-8D7C-A87359E476AB}" type="presParOf" srcId="{3B5D4502-275B-4C63-B14A-DE74A84DF9EA}" destId="{E4DF5AE6-89E2-4383-B05A-55773D535AAD}" srcOrd="0" destOrd="0" presId="urn:microsoft.com/office/officeart/2005/8/layout/chevron1"/>
    <dgm:cxn modelId="{2DEFF43B-CCCD-43F2-A5A7-123B11B02DA3}" type="presParOf" srcId="{3B5D4502-275B-4C63-B14A-DE74A84DF9EA}" destId="{6F85610C-99F9-490E-9239-1C8A492C4C9B}" srcOrd="1" destOrd="0" presId="urn:microsoft.com/office/officeart/2005/8/layout/chevron1"/>
    <dgm:cxn modelId="{5199E300-8000-400F-89A0-F9569E1A51CD}" type="presParOf" srcId="{58173AAF-19C9-4FC3-BC10-FE29885C77D1}" destId="{AF247B8A-1E59-44AD-A82C-0D0B54BF8CC5}" srcOrd="1" destOrd="0" presId="urn:microsoft.com/office/officeart/2005/8/layout/chevron1"/>
    <dgm:cxn modelId="{BCF15DC2-435F-4A59-BD23-A20D7FB33584}" type="presParOf" srcId="{58173AAF-19C9-4FC3-BC10-FE29885C77D1}" destId="{0A8A7879-DD1B-4943-B5E6-9307D6A766FC}" srcOrd="2" destOrd="0" presId="urn:microsoft.com/office/officeart/2005/8/layout/chevron1"/>
    <dgm:cxn modelId="{DC67D41A-BFA6-4272-89CA-DE4A0B4F8760}" type="presParOf" srcId="{0A8A7879-DD1B-4943-B5E6-9307D6A766FC}" destId="{FAFEEFF9-8729-4C5D-AFF7-03F2E7BB745B}" srcOrd="0" destOrd="0" presId="urn:microsoft.com/office/officeart/2005/8/layout/chevron1"/>
    <dgm:cxn modelId="{9067EE6E-D125-44D5-B231-1B82FE0D7ED8}" type="presParOf" srcId="{0A8A7879-DD1B-4943-B5E6-9307D6A766FC}" destId="{5F11798B-422A-4BF8-9BDF-65CFB8563D5F}" srcOrd="1" destOrd="0" presId="urn:microsoft.com/office/officeart/2005/8/layout/chevron1"/>
    <dgm:cxn modelId="{D721FC37-EB2F-4A12-A833-5393052E52FC}" type="presParOf" srcId="{58173AAF-19C9-4FC3-BC10-FE29885C77D1}" destId="{56ECCDC7-E896-421F-B264-415D2878E9AB}" srcOrd="3" destOrd="0" presId="urn:microsoft.com/office/officeart/2005/8/layout/chevron1"/>
    <dgm:cxn modelId="{CA462693-AB3C-47BC-AE43-44F4343A23AD}" type="presParOf" srcId="{58173AAF-19C9-4FC3-BC10-FE29885C77D1}" destId="{04EEEB5B-3DC8-42B8-9A85-8478C964C0EF}" srcOrd="4" destOrd="0" presId="urn:microsoft.com/office/officeart/2005/8/layout/chevron1"/>
    <dgm:cxn modelId="{9059A540-0311-4DAE-A38D-72AE3063A714}" type="presParOf" srcId="{04EEEB5B-3DC8-42B8-9A85-8478C964C0EF}" destId="{E98D78BD-46D7-4C82-A16F-569BA8F23327}" srcOrd="0" destOrd="0" presId="urn:microsoft.com/office/officeart/2005/8/layout/chevron1"/>
    <dgm:cxn modelId="{E0B4CE7C-29CB-4579-98F5-E834DF0995CF}" type="presParOf" srcId="{04EEEB5B-3DC8-42B8-9A85-8478C964C0EF}" destId="{18D46138-9F45-4BD7-B0E2-8CFC9E57F938}" srcOrd="1" destOrd="0" presId="urn:microsoft.com/office/officeart/2005/8/layout/chevron1"/>
    <dgm:cxn modelId="{D2A375AD-C4A7-4D84-A780-19DA5A1B2633}" type="presParOf" srcId="{58173AAF-19C9-4FC3-BC10-FE29885C77D1}" destId="{E2171DCC-05FE-453C-B433-EB7C4002524D}" srcOrd="5" destOrd="0" presId="urn:microsoft.com/office/officeart/2005/8/layout/chevron1"/>
    <dgm:cxn modelId="{FDF03786-0755-4881-B739-D1DCEFA10C4C}" type="presParOf" srcId="{58173AAF-19C9-4FC3-BC10-FE29885C77D1}" destId="{6217F6AF-7ADA-45D8-A2F0-E1DF80D205EA}" srcOrd="6" destOrd="0" presId="urn:microsoft.com/office/officeart/2005/8/layout/chevron1"/>
    <dgm:cxn modelId="{64E362E7-DAD1-465B-AB04-A84593965279}" type="presParOf" srcId="{6217F6AF-7ADA-45D8-A2F0-E1DF80D205EA}" destId="{2C4A9BA8-99A6-4D7B-B405-FB28A1EEEDC5}" srcOrd="0" destOrd="0" presId="urn:microsoft.com/office/officeart/2005/8/layout/chevron1"/>
    <dgm:cxn modelId="{5C5D4E7F-C041-40DB-93F1-BBA0675AF3A3}" type="presParOf" srcId="{6217F6AF-7ADA-45D8-A2F0-E1DF80D205EA}" destId="{E4D28B26-3FE2-4E94-BCBF-120C12B31682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CC288-4BB2-45DB-927E-24A9C0CFB23C}">
      <dsp:nvSpPr>
        <dsp:cNvPr id="0" name=""/>
        <dsp:cNvSpPr/>
      </dsp:nvSpPr>
      <dsp:spPr>
        <a:xfrm>
          <a:off x="10295" y="0"/>
          <a:ext cx="1871726" cy="6365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rPr>
            <a:t>Research &amp; Designing</a:t>
          </a:r>
          <a:endParaRPr lang="en-IN" sz="1800" kern="1200" dirty="0">
            <a:solidFill>
              <a:srgbClr val="FFFF00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295" y="0"/>
        <a:ext cx="1871726" cy="636501"/>
      </dsp:txXfrm>
    </dsp:sp>
    <dsp:sp modelId="{94838C38-A265-4542-A826-292672E62B05}">
      <dsp:nvSpPr>
        <dsp:cNvPr id="0" name=""/>
        <dsp:cNvSpPr/>
      </dsp:nvSpPr>
      <dsp:spPr>
        <a:xfrm>
          <a:off x="5409" y="636501"/>
          <a:ext cx="1871726" cy="195760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1600" b="1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kern="1200" dirty="0">
              <a:solidFill>
                <a:srgbClr val="010000"/>
              </a:solidFill>
              <a:latin typeface="Arial" panose="020B0604020202020204" pitchFamily="34" charset="0"/>
              <a:cs typeface="Arial" panose="020B0604020202020204" pitchFamily="34" charset="0"/>
            </a:rPr>
            <a:t>Alumni &amp; student database collection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1" kern="1200" dirty="0">
              <a:solidFill>
                <a:srgbClr val="010000"/>
              </a:solidFill>
              <a:latin typeface="Arial" panose="020B0604020202020204" pitchFamily="34" charset="0"/>
              <a:cs typeface="Arial" panose="020B0604020202020204" pitchFamily="34" charset="0"/>
            </a:rPr>
            <a:t>Figma (prototyping &amp; design)</a:t>
          </a:r>
        </a:p>
      </dsp:txBody>
      <dsp:txXfrm>
        <a:off x="5409" y="636501"/>
        <a:ext cx="1871726" cy="1957604"/>
      </dsp:txXfrm>
    </dsp:sp>
    <dsp:sp modelId="{E7040CB0-CBE1-429E-A659-81CAD48BE20C}">
      <dsp:nvSpPr>
        <dsp:cNvPr id="0" name=""/>
        <dsp:cNvSpPr/>
      </dsp:nvSpPr>
      <dsp:spPr>
        <a:xfrm>
          <a:off x="2144063" y="0"/>
          <a:ext cx="1871726" cy="6365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rPr>
            <a:t>Frontend Development</a:t>
          </a:r>
          <a:endParaRPr lang="en-IN" sz="1800" kern="1200" dirty="0">
            <a:solidFill>
              <a:srgbClr val="FFFF00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44063" y="0"/>
        <a:ext cx="1871726" cy="636501"/>
      </dsp:txXfrm>
    </dsp:sp>
    <dsp:sp modelId="{1130914B-E173-49E0-AE38-BA662C4A0517}">
      <dsp:nvSpPr>
        <dsp:cNvPr id="0" name=""/>
        <dsp:cNvSpPr/>
      </dsp:nvSpPr>
      <dsp:spPr>
        <a:xfrm>
          <a:off x="2139178" y="636501"/>
          <a:ext cx="1871726" cy="195760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1600" b="1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kern="1200" dirty="0">
              <a:latin typeface="Arial" panose="020B0604020202020204" pitchFamily="34" charset="0"/>
              <a:cs typeface="Arial" panose="020B0604020202020204" pitchFamily="34" charset="0"/>
            </a:rPr>
            <a:t>React.js (responsive web)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kern="1200" dirty="0">
              <a:latin typeface="Arial" panose="020B0604020202020204" pitchFamily="34" charset="0"/>
              <a:cs typeface="Arial" panose="020B0604020202020204" pitchFamily="34" charset="0"/>
            </a:rPr>
            <a:t>Flutter (cross-platform mobile)</a:t>
          </a:r>
        </a:p>
      </dsp:txBody>
      <dsp:txXfrm>
        <a:off x="2139178" y="636501"/>
        <a:ext cx="1871726" cy="1957604"/>
      </dsp:txXfrm>
    </dsp:sp>
    <dsp:sp modelId="{E6CFA296-177E-41E8-A3E7-3CD18983782C}">
      <dsp:nvSpPr>
        <dsp:cNvPr id="0" name=""/>
        <dsp:cNvSpPr/>
      </dsp:nvSpPr>
      <dsp:spPr>
        <a:xfrm>
          <a:off x="4277832" y="0"/>
          <a:ext cx="1871726" cy="6365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rPr>
            <a:t>Backend Development</a:t>
          </a:r>
          <a:endParaRPr lang="en-IN" sz="1800" kern="1200" dirty="0">
            <a:solidFill>
              <a:srgbClr val="FFFF00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77832" y="0"/>
        <a:ext cx="1871726" cy="636501"/>
      </dsp:txXfrm>
    </dsp:sp>
    <dsp:sp modelId="{13A3D453-5069-4D84-92DC-4E19FC1DF2DC}">
      <dsp:nvSpPr>
        <dsp:cNvPr id="0" name=""/>
        <dsp:cNvSpPr/>
      </dsp:nvSpPr>
      <dsp:spPr>
        <a:xfrm>
          <a:off x="4277832" y="636501"/>
          <a:ext cx="1871726" cy="195760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1600" b="1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kern="1200" dirty="0">
              <a:latin typeface="Arial" panose="020B0604020202020204" pitchFamily="34" charset="0"/>
              <a:cs typeface="Arial" panose="020B0604020202020204" pitchFamily="34" charset="0"/>
            </a:rPr>
            <a:t>Node.js + Express.js (APIs, integrations)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kern="1200" dirty="0">
              <a:latin typeface="Arial" panose="020B0604020202020204" pitchFamily="34" charset="0"/>
              <a:cs typeface="Arial" panose="020B0604020202020204" pitchFamily="34" charset="0"/>
            </a:rPr>
            <a:t>Firebase (cloud hosting &amp; scaling)</a:t>
          </a:r>
        </a:p>
      </dsp:txBody>
      <dsp:txXfrm>
        <a:off x="4277832" y="636501"/>
        <a:ext cx="1871726" cy="1957604"/>
      </dsp:txXfrm>
    </dsp:sp>
    <dsp:sp modelId="{1D2B8C72-7B17-4BE9-8556-EEA32EA91F43}">
      <dsp:nvSpPr>
        <dsp:cNvPr id="0" name=""/>
        <dsp:cNvSpPr/>
      </dsp:nvSpPr>
      <dsp:spPr>
        <a:xfrm>
          <a:off x="6411600" y="-40278"/>
          <a:ext cx="1873556" cy="6365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rPr>
            <a:t>Future Enhancements</a:t>
          </a:r>
          <a:endParaRPr lang="en-IN" sz="1700" kern="1200" dirty="0">
            <a:solidFill>
              <a:srgbClr val="FFFF00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411600" y="-40278"/>
        <a:ext cx="1873556" cy="636501"/>
      </dsp:txXfrm>
    </dsp:sp>
    <dsp:sp modelId="{D4ACBD15-2D99-4DB0-8333-505B63A9885C}">
      <dsp:nvSpPr>
        <dsp:cNvPr id="0" name=""/>
        <dsp:cNvSpPr/>
      </dsp:nvSpPr>
      <dsp:spPr>
        <a:xfrm>
          <a:off x="6411600" y="596222"/>
          <a:ext cx="1873556" cy="20381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ctr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1600" b="1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kern="1200" dirty="0">
              <a:latin typeface="Arial" panose="020B0604020202020204" pitchFamily="34" charset="0"/>
              <a:cs typeface="Arial" panose="020B0604020202020204" pitchFamily="34" charset="0"/>
            </a:rPr>
            <a:t>AI/ML integration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kern="1200" dirty="0">
              <a:latin typeface="Arial" panose="020B0604020202020204" pitchFamily="34" charset="0"/>
              <a:cs typeface="Arial" panose="020B0604020202020204" pitchFamily="34" charset="0"/>
            </a:rPr>
            <a:t>Blockchain Credential Verification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kern="1200" dirty="0">
              <a:latin typeface="Arial" panose="020B0604020202020204" pitchFamily="34" charset="0"/>
              <a:cs typeface="Arial" panose="020B0604020202020204" pitchFamily="34" charset="0"/>
            </a:rPr>
            <a:t>Advanced Data Security &amp; Privacy</a:t>
          </a:r>
        </a:p>
      </dsp:txBody>
      <dsp:txXfrm>
        <a:off x="6411600" y="596222"/>
        <a:ext cx="1873556" cy="20381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7E4D29-28E2-4057-A72F-CCFF26E535ED}">
      <dsp:nvSpPr>
        <dsp:cNvPr id="0" name=""/>
        <dsp:cNvSpPr/>
      </dsp:nvSpPr>
      <dsp:spPr>
        <a:xfrm>
          <a:off x="0" y="414401"/>
          <a:ext cx="2147395" cy="85895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Technical</a:t>
          </a:r>
          <a:endParaRPr lang="en-IN" sz="1800" kern="1200" dirty="0"/>
        </a:p>
      </dsp:txBody>
      <dsp:txXfrm>
        <a:off x="429479" y="414401"/>
        <a:ext cx="1288437" cy="858958"/>
      </dsp:txXfrm>
    </dsp:sp>
    <dsp:sp modelId="{73D98DC2-5B1A-4BFB-97AD-172889F9948F}">
      <dsp:nvSpPr>
        <dsp:cNvPr id="0" name=""/>
        <dsp:cNvSpPr/>
      </dsp:nvSpPr>
      <dsp:spPr>
        <a:xfrm>
          <a:off x="1936344" y="414401"/>
          <a:ext cx="2147395" cy="85895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Operational</a:t>
          </a:r>
          <a:endParaRPr lang="en-IN" sz="1800" kern="1200" dirty="0"/>
        </a:p>
      </dsp:txBody>
      <dsp:txXfrm>
        <a:off x="2365823" y="414401"/>
        <a:ext cx="1288437" cy="858958"/>
      </dsp:txXfrm>
    </dsp:sp>
    <dsp:sp modelId="{DFC3D5F7-4F0C-425C-9C73-A60CCD7BA36B}">
      <dsp:nvSpPr>
        <dsp:cNvPr id="0" name=""/>
        <dsp:cNvSpPr/>
      </dsp:nvSpPr>
      <dsp:spPr>
        <a:xfrm>
          <a:off x="3869000" y="414401"/>
          <a:ext cx="2147395" cy="85895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Economic</a:t>
          </a:r>
          <a:endParaRPr lang="en-IN" sz="1800" kern="1200" dirty="0"/>
        </a:p>
      </dsp:txBody>
      <dsp:txXfrm>
        <a:off x="4298479" y="414401"/>
        <a:ext cx="1288437" cy="858958"/>
      </dsp:txXfrm>
    </dsp:sp>
    <dsp:sp modelId="{CFBE5402-96E1-4CFD-98C8-3FAEE6306296}">
      <dsp:nvSpPr>
        <dsp:cNvPr id="0" name=""/>
        <dsp:cNvSpPr/>
      </dsp:nvSpPr>
      <dsp:spPr>
        <a:xfrm>
          <a:off x="5801655" y="414401"/>
          <a:ext cx="2147395" cy="85895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Legal &amp; Ethical</a:t>
          </a:r>
          <a:endParaRPr lang="en-IN" sz="1800" kern="1200" dirty="0"/>
        </a:p>
      </dsp:txBody>
      <dsp:txXfrm>
        <a:off x="6231134" y="414401"/>
        <a:ext cx="1288437" cy="8589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58F4F3-BAC3-4A2B-A2A0-340C455E6D7C}">
      <dsp:nvSpPr>
        <dsp:cNvPr id="0" name=""/>
        <dsp:cNvSpPr/>
      </dsp:nvSpPr>
      <dsp:spPr>
        <a:xfrm>
          <a:off x="2508" y="225804"/>
          <a:ext cx="2232776" cy="89311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Data Collection &amp; Verification</a:t>
          </a:r>
          <a:endParaRPr lang="en-IN" sz="1800" kern="1200" dirty="0"/>
        </a:p>
      </dsp:txBody>
      <dsp:txXfrm>
        <a:off x="449063" y="225804"/>
        <a:ext cx="1339666" cy="893110"/>
      </dsp:txXfrm>
    </dsp:sp>
    <dsp:sp modelId="{50C5B185-92B1-4F30-9F83-A2650B3B59BE}">
      <dsp:nvSpPr>
        <dsp:cNvPr id="0" name=""/>
        <dsp:cNvSpPr/>
      </dsp:nvSpPr>
      <dsp:spPr>
        <a:xfrm>
          <a:off x="2012007" y="225804"/>
          <a:ext cx="2232776" cy="89311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Privacy &amp; Security</a:t>
          </a:r>
          <a:endParaRPr lang="en-IN" sz="1800" kern="1200" dirty="0"/>
        </a:p>
      </dsp:txBody>
      <dsp:txXfrm>
        <a:off x="2458562" y="225804"/>
        <a:ext cx="1339666" cy="893110"/>
      </dsp:txXfrm>
    </dsp:sp>
    <dsp:sp modelId="{102F15F9-D5F2-482C-81B2-6468E9D8DA29}">
      <dsp:nvSpPr>
        <dsp:cNvPr id="0" name=""/>
        <dsp:cNvSpPr/>
      </dsp:nvSpPr>
      <dsp:spPr>
        <a:xfrm>
          <a:off x="4021506" y="225804"/>
          <a:ext cx="2232776" cy="89311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Technical Challenges</a:t>
          </a:r>
          <a:endParaRPr lang="en-IN" sz="1800" kern="1200" dirty="0"/>
        </a:p>
      </dsp:txBody>
      <dsp:txXfrm>
        <a:off x="4468061" y="225804"/>
        <a:ext cx="1339666" cy="893110"/>
      </dsp:txXfrm>
    </dsp:sp>
    <dsp:sp modelId="{EB18BE65-4A8D-449F-8A93-CCC2D3F364CC}">
      <dsp:nvSpPr>
        <dsp:cNvPr id="0" name=""/>
        <dsp:cNvSpPr/>
      </dsp:nvSpPr>
      <dsp:spPr>
        <a:xfrm>
          <a:off x="6031005" y="225804"/>
          <a:ext cx="2232776" cy="89311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User participation</a:t>
          </a:r>
          <a:endParaRPr lang="en-IN" sz="1800" b="1" kern="1200" dirty="0"/>
        </a:p>
      </dsp:txBody>
      <dsp:txXfrm>
        <a:off x="6477560" y="225804"/>
        <a:ext cx="1339666" cy="893110"/>
      </dsp:txXfrm>
    </dsp:sp>
    <dsp:sp modelId="{91E6CA61-A6EC-4825-AD6B-1118391EE98C}">
      <dsp:nvSpPr>
        <dsp:cNvPr id="0" name=""/>
        <dsp:cNvSpPr/>
      </dsp:nvSpPr>
      <dsp:spPr>
        <a:xfrm>
          <a:off x="8040504" y="225804"/>
          <a:ext cx="2232776" cy="89311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Solution quality </a:t>
          </a:r>
          <a:endParaRPr lang="en-IN" sz="1800" b="1" kern="1200" dirty="0"/>
        </a:p>
      </dsp:txBody>
      <dsp:txXfrm>
        <a:off x="8487059" y="225804"/>
        <a:ext cx="1339666" cy="8931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125AC7-3485-4EA9-89F3-548617912C80}">
      <dsp:nvSpPr>
        <dsp:cNvPr id="0" name=""/>
        <dsp:cNvSpPr/>
      </dsp:nvSpPr>
      <dsp:spPr>
        <a:xfrm>
          <a:off x="2396" y="450510"/>
          <a:ext cx="2132707" cy="85308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Challenge Verification</a:t>
          </a:r>
        </a:p>
      </dsp:txBody>
      <dsp:txXfrm>
        <a:off x="428937" y="450510"/>
        <a:ext cx="1279625" cy="853082"/>
      </dsp:txXfrm>
    </dsp:sp>
    <dsp:sp modelId="{EA2213E3-E6D7-41D2-84E6-E62425F0C56D}">
      <dsp:nvSpPr>
        <dsp:cNvPr id="0" name=""/>
        <dsp:cNvSpPr/>
      </dsp:nvSpPr>
      <dsp:spPr>
        <a:xfrm>
          <a:off x="1892335" y="442670"/>
          <a:ext cx="2132707" cy="85308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Smart Matching</a:t>
          </a:r>
        </a:p>
      </dsp:txBody>
      <dsp:txXfrm>
        <a:off x="2318876" y="442670"/>
        <a:ext cx="1279625" cy="853082"/>
      </dsp:txXfrm>
    </dsp:sp>
    <dsp:sp modelId="{9465B88A-148C-433A-8638-F056B867E44C}">
      <dsp:nvSpPr>
        <dsp:cNvPr id="0" name=""/>
        <dsp:cNvSpPr/>
      </dsp:nvSpPr>
      <dsp:spPr>
        <a:xfrm>
          <a:off x="3841268" y="450510"/>
          <a:ext cx="2132707" cy="85308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Engagement System</a:t>
          </a:r>
        </a:p>
      </dsp:txBody>
      <dsp:txXfrm>
        <a:off x="4267809" y="450510"/>
        <a:ext cx="1279625" cy="853082"/>
      </dsp:txXfrm>
    </dsp:sp>
    <dsp:sp modelId="{050B62BA-F3A3-45D1-A229-2D9FDA41363C}">
      <dsp:nvSpPr>
        <dsp:cNvPr id="0" name=""/>
        <dsp:cNvSpPr/>
      </dsp:nvSpPr>
      <dsp:spPr>
        <a:xfrm>
          <a:off x="5760705" y="450510"/>
          <a:ext cx="2132707" cy="85308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Industry Participation</a:t>
          </a:r>
          <a:endParaRPr lang="en-IN" sz="1800" b="1" kern="1200" dirty="0"/>
        </a:p>
      </dsp:txBody>
      <dsp:txXfrm>
        <a:off x="6187246" y="450510"/>
        <a:ext cx="1279625" cy="853082"/>
      </dsp:txXfrm>
    </dsp:sp>
    <dsp:sp modelId="{E39709FC-1E0E-4EA2-B184-E9A1F75D4242}">
      <dsp:nvSpPr>
        <dsp:cNvPr id="0" name=""/>
        <dsp:cNvSpPr/>
      </dsp:nvSpPr>
      <dsp:spPr>
        <a:xfrm>
          <a:off x="7680141" y="450510"/>
          <a:ext cx="2132707" cy="85308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Project Monitoring</a:t>
          </a:r>
        </a:p>
      </dsp:txBody>
      <dsp:txXfrm>
        <a:off x="8106682" y="450510"/>
        <a:ext cx="1279625" cy="8530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EF2527-17F8-4091-BBBA-E677290D6505}">
      <dsp:nvSpPr>
        <dsp:cNvPr id="0" name=""/>
        <dsp:cNvSpPr/>
      </dsp:nvSpPr>
      <dsp:spPr>
        <a:xfrm>
          <a:off x="823735" y="2465760"/>
          <a:ext cx="1617324" cy="5123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Arial" panose="020B0604020202020204" pitchFamily="34" charset="0"/>
              <a:cs typeface="Arial" panose="020B0604020202020204" pitchFamily="34" charset="0"/>
            </a:rPr>
            <a:t>Potential Impact</a:t>
          </a:r>
        </a:p>
      </dsp:txBody>
      <dsp:txXfrm>
        <a:off x="838740" y="2480765"/>
        <a:ext cx="1587314" cy="482314"/>
      </dsp:txXfrm>
    </dsp:sp>
    <dsp:sp modelId="{E30C7566-B63D-4134-BD23-EF60E0B3BFF3}">
      <dsp:nvSpPr>
        <dsp:cNvPr id="0" name=""/>
        <dsp:cNvSpPr/>
      </dsp:nvSpPr>
      <dsp:spPr>
        <a:xfrm rot="17818987">
          <a:off x="1833939" y="1729866"/>
          <a:ext cx="2222773" cy="3309"/>
        </a:xfrm>
        <a:custGeom>
          <a:avLst/>
          <a:gdLst/>
          <a:ahLst/>
          <a:cxnLst/>
          <a:rect l="0" t="0" r="0" b="0"/>
          <a:pathLst>
            <a:path>
              <a:moveTo>
                <a:pt x="0" y="1654"/>
              </a:moveTo>
              <a:lnTo>
                <a:pt x="2222773" y="165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89757" y="1675951"/>
        <a:ext cx="111138" cy="111138"/>
      </dsp:txXfrm>
    </dsp:sp>
    <dsp:sp modelId="{AD0915C3-0469-4E0C-90CA-0F801B48FD1B}">
      <dsp:nvSpPr>
        <dsp:cNvPr id="0" name=""/>
        <dsp:cNvSpPr/>
      </dsp:nvSpPr>
      <dsp:spPr>
        <a:xfrm>
          <a:off x="3449594" y="571382"/>
          <a:ext cx="1303268" cy="3394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Arial" panose="020B0604020202020204" pitchFamily="34" charset="0"/>
              <a:cs typeface="Arial" panose="020B0604020202020204" pitchFamily="34" charset="0"/>
            </a:rPr>
            <a:t>societal</a:t>
          </a:r>
        </a:p>
      </dsp:txBody>
      <dsp:txXfrm>
        <a:off x="3459537" y="581325"/>
        <a:ext cx="1283382" cy="319587"/>
      </dsp:txXfrm>
    </dsp:sp>
    <dsp:sp modelId="{640FC670-747B-48AA-9237-DF5E0DFA0EC1}">
      <dsp:nvSpPr>
        <dsp:cNvPr id="0" name=""/>
        <dsp:cNvSpPr/>
      </dsp:nvSpPr>
      <dsp:spPr>
        <a:xfrm rot="18408024">
          <a:off x="4608344" y="450864"/>
          <a:ext cx="720845" cy="3309"/>
        </a:xfrm>
        <a:custGeom>
          <a:avLst/>
          <a:gdLst/>
          <a:ahLst/>
          <a:cxnLst/>
          <a:rect l="0" t="0" r="0" b="0"/>
          <a:pathLst>
            <a:path>
              <a:moveTo>
                <a:pt x="0" y="1654"/>
              </a:moveTo>
              <a:lnTo>
                <a:pt x="720845" y="16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950746" y="434497"/>
        <a:ext cx="36042" cy="36042"/>
      </dsp:txXfrm>
    </dsp:sp>
    <dsp:sp modelId="{7141DEDA-F1E6-472D-A493-102B6AEBB5B4}">
      <dsp:nvSpPr>
        <dsp:cNvPr id="0" name=""/>
        <dsp:cNvSpPr/>
      </dsp:nvSpPr>
      <dsp:spPr>
        <a:xfrm>
          <a:off x="5184670" y="4182"/>
          <a:ext cx="2193885" cy="3194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Inclusion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194027" y="13539"/>
        <a:ext cx="2175171" cy="300757"/>
      </dsp:txXfrm>
    </dsp:sp>
    <dsp:sp modelId="{6F5B9DD2-2B8F-423D-BC25-8FCC8801B29E}">
      <dsp:nvSpPr>
        <dsp:cNvPr id="0" name=""/>
        <dsp:cNvSpPr/>
      </dsp:nvSpPr>
      <dsp:spPr>
        <a:xfrm rot="19994336">
          <a:off x="4726964" y="630587"/>
          <a:ext cx="483605" cy="3309"/>
        </a:xfrm>
        <a:custGeom>
          <a:avLst/>
          <a:gdLst/>
          <a:ahLst/>
          <a:cxnLst/>
          <a:rect l="0" t="0" r="0" b="0"/>
          <a:pathLst>
            <a:path>
              <a:moveTo>
                <a:pt x="0" y="1654"/>
              </a:moveTo>
              <a:lnTo>
                <a:pt x="483605" y="16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956677" y="620152"/>
        <a:ext cx="24180" cy="24180"/>
      </dsp:txXfrm>
    </dsp:sp>
    <dsp:sp modelId="{A54BC2A2-728F-4CEF-9FB1-5B181ECAE372}">
      <dsp:nvSpPr>
        <dsp:cNvPr id="0" name=""/>
        <dsp:cNvSpPr/>
      </dsp:nvSpPr>
      <dsp:spPr>
        <a:xfrm>
          <a:off x="5184670" y="338350"/>
          <a:ext cx="2177781" cy="3700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Awareness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195508" y="349188"/>
        <a:ext cx="2156105" cy="348353"/>
      </dsp:txXfrm>
    </dsp:sp>
    <dsp:sp modelId="{EA0C78BC-6434-43CD-99D2-01257208DCED}">
      <dsp:nvSpPr>
        <dsp:cNvPr id="0" name=""/>
        <dsp:cNvSpPr/>
      </dsp:nvSpPr>
      <dsp:spPr>
        <a:xfrm rot="1268437">
          <a:off x="4737284" y="822950"/>
          <a:ext cx="462966" cy="3309"/>
        </a:xfrm>
        <a:custGeom>
          <a:avLst/>
          <a:gdLst/>
          <a:ahLst/>
          <a:cxnLst/>
          <a:rect l="0" t="0" r="0" b="0"/>
          <a:pathLst>
            <a:path>
              <a:moveTo>
                <a:pt x="0" y="1654"/>
              </a:moveTo>
              <a:lnTo>
                <a:pt x="462966" y="16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957193" y="813031"/>
        <a:ext cx="23148" cy="23148"/>
      </dsp:txXfrm>
    </dsp:sp>
    <dsp:sp modelId="{5D7E6395-EBFF-47CC-980C-B2EA77F8F460}">
      <dsp:nvSpPr>
        <dsp:cNvPr id="0" name=""/>
        <dsp:cNvSpPr/>
      </dsp:nvSpPr>
      <dsp:spPr>
        <a:xfrm>
          <a:off x="5184670" y="723077"/>
          <a:ext cx="2177781" cy="3700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Accessibility</a:t>
          </a:r>
          <a:endParaRPr lang="en-IN" sz="14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195508" y="733915"/>
        <a:ext cx="2156105" cy="348353"/>
      </dsp:txXfrm>
    </dsp:sp>
    <dsp:sp modelId="{2B349EE9-5D1B-45D0-981E-F59198347EE3}">
      <dsp:nvSpPr>
        <dsp:cNvPr id="0" name=""/>
        <dsp:cNvSpPr/>
      </dsp:nvSpPr>
      <dsp:spPr>
        <a:xfrm rot="3117010">
          <a:off x="4618471" y="1015313"/>
          <a:ext cx="700592" cy="3309"/>
        </a:xfrm>
        <a:custGeom>
          <a:avLst/>
          <a:gdLst/>
          <a:ahLst/>
          <a:cxnLst/>
          <a:rect l="0" t="0" r="0" b="0"/>
          <a:pathLst>
            <a:path>
              <a:moveTo>
                <a:pt x="0" y="1654"/>
              </a:moveTo>
              <a:lnTo>
                <a:pt x="700592" y="16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951252" y="999453"/>
        <a:ext cx="35029" cy="35029"/>
      </dsp:txXfrm>
    </dsp:sp>
    <dsp:sp modelId="{2F45398F-A67C-49E6-AAC6-E7BD3E8FAF5E}">
      <dsp:nvSpPr>
        <dsp:cNvPr id="0" name=""/>
        <dsp:cNvSpPr/>
      </dsp:nvSpPr>
      <dsp:spPr>
        <a:xfrm>
          <a:off x="5184670" y="1107803"/>
          <a:ext cx="2177781" cy="3700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Arial" panose="020B0604020202020204" pitchFamily="34" charset="0"/>
              <a:cs typeface="Arial" panose="020B0604020202020204" pitchFamily="34" charset="0"/>
            </a:rPr>
            <a:t>Mentorship</a:t>
          </a:r>
        </a:p>
      </dsp:txBody>
      <dsp:txXfrm>
        <a:off x="5195508" y="1118641"/>
        <a:ext cx="2156105" cy="348353"/>
      </dsp:txXfrm>
    </dsp:sp>
    <dsp:sp modelId="{BCB12CC9-D854-4B84-A677-17045B02B7EC}">
      <dsp:nvSpPr>
        <dsp:cNvPr id="0" name=""/>
        <dsp:cNvSpPr/>
      </dsp:nvSpPr>
      <dsp:spPr>
        <a:xfrm rot="19609017">
          <a:off x="2342803" y="2390497"/>
          <a:ext cx="1205046" cy="3309"/>
        </a:xfrm>
        <a:custGeom>
          <a:avLst/>
          <a:gdLst/>
          <a:ahLst/>
          <a:cxnLst/>
          <a:rect l="0" t="0" r="0" b="0"/>
          <a:pathLst>
            <a:path>
              <a:moveTo>
                <a:pt x="0" y="1654"/>
              </a:moveTo>
              <a:lnTo>
                <a:pt x="1205046" y="165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15200" y="2362026"/>
        <a:ext cx="60252" cy="60252"/>
      </dsp:txXfrm>
    </dsp:sp>
    <dsp:sp modelId="{8E024A3F-B1A5-4D14-95D4-2318BB576C84}">
      <dsp:nvSpPr>
        <dsp:cNvPr id="0" name=""/>
        <dsp:cNvSpPr/>
      </dsp:nvSpPr>
      <dsp:spPr>
        <a:xfrm>
          <a:off x="3449594" y="1889087"/>
          <a:ext cx="1324314" cy="3465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Educational </a:t>
          </a:r>
          <a:endParaRPr lang="en-IN" sz="14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459745" y="1899238"/>
        <a:ext cx="1304012" cy="326286"/>
      </dsp:txXfrm>
    </dsp:sp>
    <dsp:sp modelId="{2DC76E8E-55FF-45CE-BD7F-8A5A434DDE8A}">
      <dsp:nvSpPr>
        <dsp:cNvPr id="0" name=""/>
        <dsp:cNvSpPr/>
      </dsp:nvSpPr>
      <dsp:spPr>
        <a:xfrm rot="20086724">
          <a:off x="4730860" y="1868308"/>
          <a:ext cx="903130" cy="3309"/>
        </a:xfrm>
        <a:custGeom>
          <a:avLst/>
          <a:gdLst/>
          <a:ahLst/>
          <a:cxnLst/>
          <a:rect l="0" t="0" r="0" b="0"/>
          <a:pathLst>
            <a:path>
              <a:moveTo>
                <a:pt x="0" y="1654"/>
              </a:moveTo>
              <a:lnTo>
                <a:pt x="903130" y="16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159848" y="1847384"/>
        <a:ext cx="45156" cy="45156"/>
      </dsp:txXfrm>
    </dsp:sp>
    <dsp:sp modelId="{518DE844-9832-4D28-8D57-DC71FFE247C4}">
      <dsp:nvSpPr>
        <dsp:cNvPr id="0" name=""/>
        <dsp:cNvSpPr/>
      </dsp:nvSpPr>
      <dsp:spPr>
        <a:xfrm>
          <a:off x="5590943" y="1492529"/>
          <a:ext cx="2177781" cy="3700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Arial" panose="020B0604020202020204" pitchFamily="34" charset="0"/>
              <a:cs typeface="Arial" panose="020B0604020202020204" pitchFamily="34" charset="0"/>
            </a:rPr>
            <a:t>Innovation</a:t>
          </a:r>
        </a:p>
      </dsp:txBody>
      <dsp:txXfrm>
        <a:off x="5601781" y="1503367"/>
        <a:ext cx="2156105" cy="348353"/>
      </dsp:txXfrm>
    </dsp:sp>
    <dsp:sp modelId="{7D803A70-F389-4504-B663-B198D5310B55}">
      <dsp:nvSpPr>
        <dsp:cNvPr id="0" name=""/>
        <dsp:cNvSpPr/>
      </dsp:nvSpPr>
      <dsp:spPr>
        <a:xfrm rot="21599530">
          <a:off x="4773909" y="2060671"/>
          <a:ext cx="817034" cy="3309"/>
        </a:xfrm>
        <a:custGeom>
          <a:avLst/>
          <a:gdLst/>
          <a:ahLst/>
          <a:cxnLst/>
          <a:rect l="0" t="0" r="0" b="0"/>
          <a:pathLst>
            <a:path>
              <a:moveTo>
                <a:pt x="0" y="1654"/>
              </a:moveTo>
              <a:lnTo>
                <a:pt x="817034" y="16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162000" y="2041900"/>
        <a:ext cx="40851" cy="40851"/>
      </dsp:txXfrm>
    </dsp:sp>
    <dsp:sp modelId="{44787D0B-7474-4903-9AEA-BABB50404F80}">
      <dsp:nvSpPr>
        <dsp:cNvPr id="0" name=""/>
        <dsp:cNvSpPr/>
      </dsp:nvSpPr>
      <dsp:spPr>
        <a:xfrm>
          <a:off x="5590943" y="1877255"/>
          <a:ext cx="2177781" cy="3700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Arial" panose="020B0604020202020204" pitchFamily="34" charset="0"/>
              <a:cs typeface="Arial" panose="020B0604020202020204" pitchFamily="34" charset="0"/>
            </a:rPr>
            <a:t>Skill growth</a:t>
          </a:r>
        </a:p>
      </dsp:txBody>
      <dsp:txXfrm>
        <a:off x="5601781" y="1888093"/>
        <a:ext cx="2156105" cy="348353"/>
      </dsp:txXfrm>
    </dsp:sp>
    <dsp:sp modelId="{CC2FAE3C-A826-4246-875E-530BE080C7D5}">
      <dsp:nvSpPr>
        <dsp:cNvPr id="0" name=""/>
        <dsp:cNvSpPr/>
      </dsp:nvSpPr>
      <dsp:spPr>
        <a:xfrm rot="1512507">
          <a:off x="4730908" y="2253034"/>
          <a:ext cx="903035" cy="3309"/>
        </a:xfrm>
        <a:custGeom>
          <a:avLst/>
          <a:gdLst/>
          <a:ahLst/>
          <a:cxnLst/>
          <a:rect l="0" t="0" r="0" b="0"/>
          <a:pathLst>
            <a:path>
              <a:moveTo>
                <a:pt x="0" y="1654"/>
              </a:moveTo>
              <a:lnTo>
                <a:pt x="903035" y="16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159850" y="2232113"/>
        <a:ext cx="45151" cy="45151"/>
      </dsp:txXfrm>
    </dsp:sp>
    <dsp:sp modelId="{DB115909-3E40-48A9-9132-7F81A5FC1F49}">
      <dsp:nvSpPr>
        <dsp:cNvPr id="0" name=""/>
        <dsp:cNvSpPr/>
      </dsp:nvSpPr>
      <dsp:spPr>
        <a:xfrm>
          <a:off x="5590943" y="2261981"/>
          <a:ext cx="2177781" cy="3700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collaboration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601781" y="2272819"/>
        <a:ext cx="2156105" cy="348353"/>
      </dsp:txXfrm>
    </dsp:sp>
    <dsp:sp modelId="{F4FC86CF-EF46-419C-8C65-CC844A9CA208}">
      <dsp:nvSpPr>
        <dsp:cNvPr id="0" name=""/>
        <dsp:cNvSpPr/>
      </dsp:nvSpPr>
      <dsp:spPr>
        <a:xfrm rot="2006721">
          <a:off x="2337856" y="3063768"/>
          <a:ext cx="1246506" cy="3309"/>
        </a:xfrm>
        <a:custGeom>
          <a:avLst/>
          <a:gdLst/>
          <a:ahLst/>
          <a:cxnLst/>
          <a:rect l="0" t="0" r="0" b="0"/>
          <a:pathLst>
            <a:path>
              <a:moveTo>
                <a:pt x="0" y="1654"/>
              </a:moveTo>
              <a:lnTo>
                <a:pt x="1246506" y="165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29946" y="3034260"/>
        <a:ext cx="62325" cy="62325"/>
      </dsp:txXfrm>
    </dsp:sp>
    <dsp:sp modelId="{0701A2D6-0091-4316-92F4-BF074E67863E}">
      <dsp:nvSpPr>
        <dsp:cNvPr id="0" name=""/>
        <dsp:cNvSpPr/>
      </dsp:nvSpPr>
      <dsp:spPr>
        <a:xfrm>
          <a:off x="3481159" y="3223064"/>
          <a:ext cx="1344607" cy="3717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Industrials </a:t>
          </a:r>
          <a:endParaRPr lang="en-IN" sz="14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492046" y="3233951"/>
        <a:ext cx="1322833" cy="349944"/>
      </dsp:txXfrm>
    </dsp:sp>
    <dsp:sp modelId="{9EE4D9A1-9AE3-4EC9-A55B-D53856F9E1E4}">
      <dsp:nvSpPr>
        <dsp:cNvPr id="0" name=""/>
        <dsp:cNvSpPr/>
      </dsp:nvSpPr>
      <dsp:spPr>
        <a:xfrm rot="18284294">
          <a:off x="4674692" y="3118668"/>
          <a:ext cx="702392" cy="3309"/>
        </a:xfrm>
        <a:custGeom>
          <a:avLst/>
          <a:gdLst/>
          <a:ahLst/>
          <a:cxnLst/>
          <a:rect l="0" t="0" r="0" b="0"/>
          <a:pathLst>
            <a:path>
              <a:moveTo>
                <a:pt x="0" y="1654"/>
              </a:moveTo>
              <a:lnTo>
                <a:pt x="702392" y="16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08328" y="3102763"/>
        <a:ext cx="35119" cy="35119"/>
      </dsp:txXfrm>
    </dsp:sp>
    <dsp:sp modelId="{A3AD8DE9-0A41-4F59-9808-8548472DCF02}">
      <dsp:nvSpPr>
        <dsp:cNvPr id="0" name=""/>
        <dsp:cNvSpPr/>
      </dsp:nvSpPr>
      <dsp:spPr>
        <a:xfrm>
          <a:off x="5226009" y="2646707"/>
          <a:ext cx="2177781" cy="3700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>
              <a:latin typeface="Arial" panose="020B0604020202020204" pitchFamily="34" charset="0"/>
              <a:cs typeface="Arial" panose="020B0604020202020204" pitchFamily="34" charset="0"/>
            </a:rPr>
            <a:t>Fundraising</a:t>
          </a:r>
        </a:p>
      </dsp:txBody>
      <dsp:txXfrm>
        <a:off x="5236847" y="2657545"/>
        <a:ext cx="2156105" cy="348353"/>
      </dsp:txXfrm>
    </dsp:sp>
    <dsp:sp modelId="{20885CA5-9117-4E86-9F5D-161BF2A82915}">
      <dsp:nvSpPr>
        <dsp:cNvPr id="0" name=""/>
        <dsp:cNvSpPr/>
      </dsp:nvSpPr>
      <dsp:spPr>
        <a:xfrm rot="20059040">
          <a:off x="4803829" y="3311031"/>
          <a:ext cx="444118" cy="3309"/>
        </a:xfrm>
        <a:custGeom>
          <a:avLst/>
          <a:gdLst/>
          <a:ahLst/>
          <a:cxnLst/>
          <a:rect l="0" t="0" r="0" b="0"/>
          <a:pathLst>
            <a:path>
              <a:moveTo>
                <a:pt x="0" y="1654"/>
              </a:moveTo>
              <a:lnTo>
                <a:pt x="444118" y="16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14785" y="3301583"/>
        <a:ext cx="22205" cy="22205"/>
      </dsp:txXfrm>
    </dsp:sp>
    <dsp:sp modelId="{FDFCB426-18F2-49EB-A7AD-1689D6F3C698}">
      <dsp:nvSpPr>
        <dsp:cNvPr id="0" name=""/>
        <dsp:cNvSpPr/>
      </dsp:nvSpPr>
      <dsp:spPr>
        <a:xfrm>
          <a:off x="5226009" y="3031433"/>
          <a:ext cx="2177781" cy="3700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employment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236847" y="3042271"/>
        <a:ext cx="2156105" cy="348353"/>
      </dsp:txXfrm>
    </dsp:sp>
    <dsp:sp modelId="{DC747261-5B1A-451B-AA26-8DAB29F751B7}">
      <dsp:nvSpPr>
        <dsp:cNvPr id="0" name=""/>
        <dsp:cNvSpPr/>
      </dsp:nvSpPr>
      <dsp:spPr>
        <a:xfrm rot="1539401">
          <a:off x="4803877" y="3503394"/>
          <a:ext cx="444021" cy="3309"/>
        </a:xfrm>
        <a:custGeom>
          <a:avLst/>
          <a:gdLst/>
          <a:ahLst/>
          <a:cxnLst/>
          <a:rect l="0" t="0" r="0" b="0"/>
          <a:pathLst>
            <a:path>
              <a:moveTo>
                <a:pt x="0" y="1654"/>
              </a:moveTo>
              <a:lnTo>
                <a:pt x="444021" y="16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14787" y="3493948"/>
        <a:ext cx="22201" cy="22201"/>
      </dsp:txXfrm>
    </dsp:sp>
    <dsp:sp modelId="{8BD9EF8E-F606-4E6F-8A75-18153FB10600}">
      <dsp:nvSpPr>
        <dsp:cNvPr id="0" name=""/>
        <dsp:cNvSpPr/>
      </dsp:nvSpPr>
      <dsp:spPr>
        <a:xfrm>
          <a:off x="5226009" y="3416160"/>
          <a:ext cx="2177781" cy="3700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Deployment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236847" y="3426998"/>
        <a:ext cx="2156105" cy="348353"/>
      </dsp:txXfrm>
    </dsp:sp>
    <dsp:sp modelId="{930B3594-B507-4205-B2E9-C51112E6A9D2}">
      <dsp:nvSpPr>
        <dsp:cNvPr id="0" name=""/>
        <dsp:cNvSpPr/>
      </dsp:nvSpPr>
      <dsp:spPr>
        <a:xfrm rot="3315083">
          <a:off x="4674783" y="3695757"/>
          <a:ext cx="702209" cy="3309"/>
        </a:xfrm>
        <a:custGeom>
          <a:avLst/>
          <a:gdLst/>
          <a:ahLst/>
          <a:cxnLst/>
          <a:rect l="0" t="0" r="0" b="0"/>
          <a:pathLst>
            <a:path>
              <a:moveTo>
                <a:pt x="0" y="1654"/>
              </a:moveTo>
              <a:lnTo>
                <a:pt x="702209" y="16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08333" y="3679856"/>
        <a:ext cx="35110" cy="35110"/>
      </dsp:txXfrm>
    </dsp:sp>
    <dsp:sp modelId="{FC8DFF44-66C2-44A5-8565-923663C64F14}">
      <dsp:nvSpPr>
        <dsp:cNvPr id="0" name=""/>
        <dsp:cNvSpPr/>
      </dsp:nvSpPr>
      <dsp:spPr>
        <a:xfrm>
          <a:off x="5226009" y="3800886"/>
          <a:ext cx="2177781" cy="3700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Arial" panose="020B0604020202020204" pitchFamily="34" charset="0"/>
              <a:cs typeface="Arial" panose="020B0604020202020204" pitchFamily="34" charset="0"/>
            </a:rPr>
            <a:t>Stronger bonds</a:t>
          </a:r>
        </a:p>
      </dsp:txBody>
      <dsp:txXfrm>
        <a:off x="5236847" y="3811724"/>
        <a:ext cx="2156105" cy="348353"/>
      </dsp:txXfrm>
    </dsp:sp>
    <dsp:sp modelId="{CE0CF2D8-E468-4F0B-95FA-B4A02742E3ED}">
      <dsp:nvSpPr>
        <dsp:cNvPr id="0" name=""/>
        <dsp:cNvSpPr/>
      </dsp:nvSpPr>
      <dsp:spPr>
        <a:xfrm rot="3817254">
          <a:off x="1810377" y="3737039"/>
          <a:ext cx="2269898" cy="3309"/>
        </a:xfrm>
        <a:custGeom>
          <a:avLst/>
          <a:gdLst/>
          <a:ahLst/>
          <a:cxnLst/>
          <a:rect l="0" t="0" r="0" b="0"/>
          <a:pathLst>
            <a:path>
              <a:moveTo>
                <a:pt x="0" y="1654"/>
              </a:moveTo>
              <a:lnTo>
                <a:pt x="2269898" y="165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88579" y="3681946"/>
        <a:ext cx="113494" cy="113494"/>
      </dsp:txXfrm>
    </dsp:sp>
    <dsp:sp modelId="{34D68D19-C977-481C-BA16-8BD897C68C33}">
      <dsp:nvSpPr>
        <dsp:cNvPr id="0" name=""/>
        <dsp:cNvSpPr/>
      </dsp:nvSpPr>
      <dsp:spPr>
        <a:xfrm>
          <a:off x="3449594" y="4570509"/>
          <a:ext cx="1407735" cy="369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Economical</a:t>
          </a:r>
          <a:endParaRPr lang="en-IN" sz="14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460428" y="4581343"/>
        <a:ext cx="1386067" cy="348242"/>
      </dsp:txXfrm>
    </dsp:sp>
    <dsp:sp modelId="{AFAFA931-9423-466E-A1CC-3C2786FFA030}">
      <dsp:nvSpPr>
        <dsp:cNvPr id="0" name=""/>
        <dsp:cNvSpPr/>
      </dsp:nvSpPr>
      <dsp:spPr>
        <a:xfrm rot="19904747">
          <a:off x="4808914" y="4561447"/>
          <a:ext cx="812713" cy="3309"/>
        </a:xfrm>
        <a:custGeom>
          <a:avLst/>
          <a:gdLst/>
          <a:ahLst/>
          <a:cxnLst/>
          <a:rect l="0" t="0" r="0" b="0"/>
          <a:pathLst>
            <a:path>
              <a:moveTo>
                <a:pt x="0" y="1654"/>
              </a:moveTo>
              <a:lnTo>
                <a:pt x="812713" y="16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194953" y="4542784"/>
        <a:ext cx="40635" cy="40635"/>
      </dsp:txXfrm>
    </dsp:sp>
    <dsp:sp modelId="{583F4129-E818-45C5-A7B6-4ED384E89898}">
      <dsp:nvSpPr>
        <dsp:cNvPr id="0" name=""/>
        <dsp:cNvSpPr/>
      </dsp:nvSpPr>
      <dsp:spPr>
        <a:xfrm>
          <a:off x="5573213" y="4185724"/>
          <a:ext cx="2177781" cy="3700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Entrepreneurship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84051" y="4196562"/>
        <a:ext cx="2156105" cy="348353"/>
      </dsp:txXfrm>
    </dsp:sp>
    <dsp:sp modelId="{B6AE0B46-A606-431A-876E-60E9DA67C6F3}">
      <dsp:nvSpPr>
        <dsp:cNvPr id="0" name=""/>
        <dsp:cNvSpPr/>
      </dsp:nvSpPr>
      <dsp:spPr>
        <a:xfrm>
          <a:off x="4857329" y="4753810"/>
          <a:ext cx="715883" cy="3309"/>
        </a:xfrm>
        <a:custGeom>
          <a:avLst/>
          <a:gdLst/>
          <a:ahLst/>
          <a:cxnLst/>
          <a:rect l="0" t="0" r="0" b="0"/>
          <a:pathLst>
            <a:path>
              <a:moveTo>
                <a:pt x="0" y="1654"/>
              </a:moveTo>
              <a:lnTo>
                <a:pt x="715883" y="16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197374" y="4737567"/>
        <a:ext cx="35794" cy="35794"/>
      </dsp:txXfrm>
    </dsp:sp>
    <dsp:sp modelId="{830E78AC-6CDD-45C4-96E7-4A251F2D8E3F}">
      <dsp:nvSpPr>
        <dsp:cNvPr id="0" name=""/>
        <dsp:cNvSpPr/>
      </dsp:nvSpPr>
      <dsp:spPr>
        <a:xfrm>
          <a:off x="5573213" y="4570450"/>
          <a:ext cx="2177781" cy="3700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Scalability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84051" y="4581288"/>
        <a:ext cx="2156105" cy="348353"/>
      </dsp:txXfrm>
    </dsp:sp>
    <dsp:sp modelId="{176161BB-5F5B-468A-BF7E-52B54EA660A6}">
      <dsp:nvSpPr>
        <dsp:cNvPr id="0" name=""/>
        <dsp:cNvSpPr/>
      </dsp:nvSpPr>
      <dsp:spPr>
        <a:xfrm rot="1695253">
          <a:off x="4808914" y="4946173"/>
          <a:ext cx="812713" cy="3309"/>
        </a:xfrm>
        <a:custGeom>
          <a:avLst/>
          <a:gdLst/>
          <a:ahLst/>
          <a:cxnLst/>
          <a:rect l="0" t="0" r="0" b="0"/>
          <a:pathLst>
            <a:path>
              <a:moveTo>
                <a:pt x="0" y="1654"/>
              </a:moveTo>
              <a:lnTo>
                <a:pt x="812713" y="16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194953" y="4927510"/>
        <a:ext cx="40635" cy="40635"/>
      </dsp:txXfrm>
    </dsp:sp>
    <dsp:sp modelId="{56597C18-76AB-407C-ABC2-84BAC22CFAFA}">
      <dsp:nvSpPr>
        <dsp:cNvPr id="0" name=""/>
        <dsp:cNvSpPr/>
      </dsp:nvSpPr>
      <dsp:spPr>
        <a:xfrm>
          <a:off x="5573213" y="4955176"/>
          <a:ext cx="2177781" cy="3700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Efficiency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84051" y="4966014"/>
        <a:ext cx="2156105" cy="34835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DD085-399E-48EB-8AD1-1111C6D956FE}">
      <dsp:nvSpPr>
        <dsp:cNvPr id="0" name=""/>
        <dsp:cNvSpPr/>
      </dsp:nvSpPr>
      <dsp:spPr>
        <a:xfrm>
          <a:off x="2647831" y="1853914"/>
          <a:ext cx="1409901" cy="14099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400" b="1" i="0" kern="1200" dirty="0">
              <a:latin typeface="Arial" panose="020B0604020202020204" pitchFamily="34" charset="0"/>
              <a:cs typeface="Arial" panose="020B0604020202020204" pitchFamily="34" charset="0"/>
            </a:rPr>
            <a:t>Benefits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400" b="1" i="0" kern="1200" dirty="0">
              <a:latin typeface="Arial" panose="020B0604020202020204" pitchFamily="34" charset="0"/>
              <a:cs typeface="Arial" panose="020B0604020202020204" pitchFamily="34" charset="0"/>
            </a:rPr>
            <a:t>of the Solution</a:t>
          </a:r>
        </a:p>
      </dsp:txBody>
      <dsp:txXfrm>
        <a:off x="2854306" y="2060389"/>
        <a:ext cx="996951" cy="996951"/>
      </dsp:txXfrm>
    </dsp:sp>
    <dsp:sp modelId="{E793127B-58EB-4068-9E9C-744B7AF375F7}">
      <dsp:nvSpPr>
        <dsp:cNvPr id="0" name=""/>
        <dsp:cNvSpPr/>
      </dsp:nvSpPr>
      <dsp:spPr>
        <a:xfrm rot="16200000">
          <a:off x="3217319" y="1699527"/>
          <a:ext cx="270926" cy="37846"/>
        </a:xfrm>
        <a:custGeom>
          <a:avLst/>
          <a:gdLst/>
          <a:ahLst/>
          <a:cxnLst/>
          <a:rect l="0" t="0" r="0" b="0"/>
          <a:pathLst>
            <a:path>
              <a:moveTo>
                <a:pt x="0" y="18923"/>
              </a:moveTo>
              <a:lnTo>
                <a:pt x="270926" y="1892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46009" y="1711677"/>
        <a:ext cx="13546" cy="13546"/>
      </dsp:txXfrm>
    </dsp:sp>
    <dsp:sp modelId="{2F6C7E30-2ABB-42D8-9B61-1A0734F890E4}">
      <dsp:nvSpPr>
        <dsp:cNvPr id="0" name=""/>
        <dsp:cNvSpPr/>
      </dsp:nvSpPr>
      <dsp:spPr>
        <a:xfrm>
          <a:off x="2437699" y="-137303"/>
          <a:ext cx="1830165" cy="17202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Arial" panose="020B0604020202020204" pitchFamily="34" charset="0"/>
              <a:cs typeface="Arial" panose="020B0604020202020204" pitchFamily="34" charset="0"/>
            </a:rPr>
            <a:t>Social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Alumni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Community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Knowledge</a:t>
          </a:r>
        </a:p>
      </dsp:txBody>
      <dsp:txXfrm>
        <a:off x="2705720" y="114628"/>
        <a:ext cx="1294123" cy="1216429"/>
      </dsp:txXfrm>
    </dsp:sp>
    <dsp:sp modelId="{3EB150C7-DEC2-4289-AE63-81EA40C2290D}">
      <dsp:nvSpPr>
        <dsp:cNvPr id="0" name=""/>
        <dsp:cNvSpPr/>
      </dsp:nvSpPr>
      <dsp:spPr>
        <a:xfrm rot="20520000">
          <a:off x="4017805" y="2287846"/>
          <a:ext cx="221694" cy="37846"/>
        </a:xfrm>
        <a:custGeom>
          <a:avLst/>
          <a:gdLst/>
          <a:ahLst/>
          <a:cxnLst/>
          <a:rect l="0" t="0" r="0" b="0"/>
          <a:pathLst>
            <a:path>
              <a:moveTo>
                <a:pt x="0" y="18923"/>
              </a:moveTo>
              <a:lnTo>
                <a:pt x="221694" y="1892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23110" y="2301227"/>
        <a:ext cx="11084" cy="11084"/>
      </dsp:txXfrm>
    </dsp:sp>
    <dsp:sp modelId="{C129FDCC-96A5-4A74-AE51-C7E105AF483A}">
      <dsp:nvSpPr>
        <dsp:cNvPr id="0" name=""/>
        <dsp:cNvSpPr/>
      </dsp:nvSpPr>
      <dsp:spPr>
        <a:xfrm>
          <a:off x="4183861" y="1131356"/>
          <a:ext cx="1830165" cy="17202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Arial" panose="020B0604020202020204" pitchFamily="34" charset="0"/>
              <a:cs typeface="Arial" panose="020B0604020202020204" pitchFamily="34" charset="0"/>
            </a:rPr>
            <a:t>Economic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Fundraising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Employability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Growth boost</a:t>
          </a:r>
        </a:p>
      </dsp:txBody>
      <dsp:txXfrm>
        <a:off x="4451882" y="1383287"/>
        <a:ext cx="1294123" cy="1216429"/>
      </dsp:txXfrm>
    </dsp:sp>
    <dsp:sp modelId="{C6540AB2-9E3B-4991-A951-EAEE5E7EA5A4}">
      <dsp:nvSpPr>
        <dsp:cNvPr id="0" name=""/>
        <dsp:cNvSpPr/>
      </dsp:nvSpPr>
      <dsp:spPr>
        <a:xfrm rot="3240000">
          <a:off x="3714980" y="3212632"/>
          <a:ext cx="253080" cy="37846"/>
        </a:xfrm>
        <a:custGeom>
          <a:avLst/>
          <a:gdLst/>
          <a:ahLst/>
          <a:cxnLst/>
          <a:rect l="0" t="0" r="0" b="0"/>
          <a:pathLst>
            <a:path>
              <a:moveTo>
                <a:pt x="0" y="18923"/>
              </a:moveTo>
              <a:lnTo>
                <a:pt x="253080" y="1892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35193" y="3225228"/>
        <a:ext cx="12654" cy="12654"/>
      </dsp:txXfrm>
    </dsp:sp>
    <dsp:sp modelId="{7BE8AB62-E4C6-42E1-BF3E-D74DEED3E071}">
      <dsp:nvSpPr>
        <dsp:cNvPr id="0" name=""/>
        <dsp:cNvSpPr/>
      </dsp:nvSpPr>
      <dsp:spPr>
        <a:xfrm>
          <a:off x="3516887" y="3184093"/>
          <a:ext cx="1830165" cy="17202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Arial" panose="020B0604020202020204" pitchFamily="34" charset="0"/>
              <a:cs typeface="Arial" panose="020B0604020202020204" pitchFamily="34" charset="0"/>
            </a:rPr>
            <a:t>Institutional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Rankings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Data insights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Credibility</a:t>
          </a:r>
        </a:p>
      </dsp:txBody>
      <dsp:txXfrm>
        <a:off x="3784908" y="3436024"/>
        <a:ext cx="1294123" cy="1216429"/>
      </dsp:txXfrm>
    </dsp:sp>
    <dsp:sp modelId="{0126570C-1D40-4454-93C1-7CA1722FF7BE}">
      <dsp:nvSpPr>
        <dsp:cNvPr id="0" name=""/>
        <dsp:cNvSpPr/>
      </dsp:nvSpPr>
      <dsp:spPr>
        <a:xfrm rot="7560000">
          <a:off x="2737503" y="3212632"/>
          <a:ext cx="253080" cy="37846"/>
        </a:xfrm>
        <a:custGeom>
          <a:avLst/>
          <a:gdLst/>
          <a:ahLst/>
          <a:cxnLst/>
          <a:rect l="0" t="0" r="0" b="0"/>
          <a:pathLst>
            <a:path>
              <a:moveTo>
                <a:pt x="0" y="18923"/>
              </a:moveTo>
              <a:lnTo>
                <a:pt x="253080" y="1892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2857717" y="3225228"/>
        <a:ext cx="12654" cy="12654"/>
      </dsp:txXfrm>
    </dsp:sp>
    <dsp:sp modelId="{B2BB9D37-B84C-4D0A-A4B9-E893D3E9D588}">
      <dsp:nvSpPr>
        <dsp:cNvPr id="0" name=""/>
        <dsp:cNvSpPr/>
      </dsp:nvSpPr>
      <dsp:spPr>
        <a:xfrm>
          <a:off x="1358512" y="3184093"/>
          <a:ext cx="1830165" cy="17202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Arial" panose="020B0604020202020204" pitchFamily="34" charset="0"/>
              <a:cs typeface="Arial" panose="020B0604020202020204" pitchFamily="34" charset="0"/>
            </a:rPr>
            <a:t>Environmental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Digital-first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Virtual events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Low footprint</a:t>
          </a:r>
        </a:p>
      </dsp:txBody>
      <dsp:txXfrm>
        <a:off x="1626533" y="3436024"/>
        <a:ext cx="1294123" cy="1216429"/>
      </dsp:txXfrm>
    </dsp:sp>
    <dsp:sp modelId="{F247FA05-F122-440B-8341-B817F43DCC1E}">
      <dsp:nvSpPr>
        <dsp:cNvPr id="0" name=""/>
        <dsp:cNvSpPr/>
      </dsp:nvSpPr>
      <dsp:spPr>
        <a:xfrm rot="11880000">
          <a:off x="2466064" y="2287846"/>
          <a:ext cx="221694" cy="37846"/>
        </a:xfrm>
        <a:custGeom>
          <a:avLst/>
          <a:gdLst/>
          <a:ahLst/>
          <a:cxnLst/>
          <a:rect l="0" t="0" r="0" b="0"/>
          <a:pathLst>
            <a:path>
              <a:moveTo>
                <a:pt x="0" y="18923"/>
              </a:moveTo>
              <a:lnTo>
                <a:pt x="221694" y="1892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2571369" y="2301227"/>
        <a:ext cx="11084" cy="11084"/>
      </dsp:txXfrm>
    </dsp:sp>
    <dsp:sp modelId="{B024F628-749B-4619-8665-0CA3A642E694}">
      <dsp:nvSpPr>
        <dsp:cNvPr id="0" name=""/>
        <dsp:cNvSpPr/>
      </dsp:nvSpPr>
      <dsp:spPr>
        <a:xfrm>
          <a:off x="691538" y="1131356"/>
          <a:ext cx="1830165" cy="17202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Arial" panose="020B0604020202020204" pitchFamily="34" charset="0"/>
              <a:cs typeface="Arial" panose="020B0604020202020204" pitchFamily="34" charset="0"/>
            </a:rPr>
            <a:t>Technological</a:t>
          </a:r>
          <a:endParaRPr lang="en-IN" sz="14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Cloud scalable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AI matching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>
              <a:latin typeface="Arial" panose="020B0604020202020204" pitchFamily="34" charset="0"/>
              <a:cs typeface="Arial" panose="020B0604020202020204" pitchFamily="34" charset="0"/>
            </a:rPr>
            <a:t>Blockchain</a:t>
          </a:r>
        </a:p>
      </dsp:txBody>
      <dsp:txXfrm>
        <a:off x="959559" y="1383287"/>
        <a:ext cx="1294123" cy="121642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DF5AE6-89E2-4383-B05A-55773D535AAD}">
      <dsp:nvSpPr>
        <dsp:cNvPr id="0" name=""/>
        <dsp:cNvSpPr/>
      </dsp:nvSpPr>
      <dsp:spPr>
        <a:xfrm>
          <a:off x="9993" y="625300"/>
          <a:ext cx="3134246" cy="12536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latin typeface="Arial" panose="020B0604020202020204" pitchFamily="34" charset="0"/>
              <a:cs typeface="Arial" panose="020B0604020202020204" pitchFamily="34" charset="0"/>
            </a:rPr>
            <a:t>1. Competitor Analysis</a:t>
          </a:r>
          <a:endParaRPr lang="en-IN" sz="1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36842" y="625300"/>
        <a:ext cx="1880548" cy="1253698"/>
      </dsp:txXfrm>
    </dsp:sp>
    <dsp:sp modelId="{6F85610C-99F9-490E-9239-1C8A492C4C9B}">
      <dsp:nvSpPr>
        <dsp:cNvPr id="0" name=""/>
        <dsp:cNvSpPr/>
      </dsp:nvSpPr>
      <dsp:spPr>
        <a:xfrm>
          <a:off x="9993" y="2035710"/>
          <a:ext cx="2507396" cy="2199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5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Vaave</a:t>
          </a: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  <a:t> – CRM + fundraising (limited AI) </a:t>
          </a:r>
          <a:b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  <a:t>🔗 </a:t>
          </a: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1"/>
            </a:rPr>
            <a:t>vaave.com</a:t>
          </a:r>
          <a:endParaRPr lang="en-IN" sz="1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993" y="2035710"/>
        <a:ext cx="2507396" cy="2199462"/>
      </dsp:txXfrm>
    </dsp:sp>
    <dsp:sp modelId="{FAFEEFF9-8729-4C5D-AFF7-03F2E7BB745B}">
      <dsp:nvSpPr>
        <dsp:cNvPr id="0" name=""/>
        <dsp:cNvSpPr/>
      </dsp:nvSpPr>
      <dsp:spPr>
        <a:xfrm>
          <a:off x="2928239" y="625300"/>
          <a:ext cx="3134246" cy="12536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latin typeface="Arial" panose="020B0604020202020204" pitchFamily="34" charset="0"/>
              <a:cs typeface="Arial" panose="020B0604020202020204" pitchFamily="34" charset="0"/>
            </a:rPr>
            <a:t>2. Industry Reports</a:t>
          </a:r>
          <a:endParaRPr lang="en-IN" sz="1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555088" y="625300"/>
        <a:ext cx="1880548" cy="1253698"/>
      </dsp:txXfrm>
    </dsp:sp>
    <dsp:sp modelId="{5F11798B-422A-4BF8-9BDF-65CFB8563D5F}">
      <dsp:nvSpPr>
        <dsp:cNvPr id="0" name=""/>
        <dsp:cNvSpPr/>
      </dsp:nvSpPr>
      <dsp:spPr>
        <a:xfrm>
          <a:off x="2928239" y="2035710"/>
          <a:ext cx="2507396" cy="2199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  <a:t>QS Rankings – Alumni metric 🔗 </a:t>
          </a: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2"/>
            </a:rPr>
            <a:t>topuniversities.com</a:t>
          </a:r>
          <a:endParaRPr lang="en-IN" sz="15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  <a:t>THE Rankings – Reputation factor 🔗 </a:t>
          </a: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3"/>
            </a:rPr>
            <a:t>timeshighereducation.com</a:t>
          </a:r>
          <a:endParaRPr lang="en-IN" sz="15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>
              <a:latin typeface="Arial" panose="020B0604020202020204" pitchFamily="34" charset="0"/>
              <a:cs typeface="Arial" panose="020B0604020202020204" pitchFamily="34" charset="0"/>
            </a:rPr>
            <a:t>NASSCOM / HolonIQ – EdTech trends</a:t>
          </a:r>
        </a:p>
      </dsp:txBody>
      <dsp:txXfrm>
        <a:off x="2928239" y="2035710"/>
        <a:ext cx="2507396" cy="2199462"/>
      </dsp:txXfrm>
    </dsp:sp>
    <dsp:sp modelId="{E98D78BD-46D7-4C82-A16F-569BA8F23327}">
      <dsp:nvSpPr>
        <dsp:cNvPr id="0" name=""/>
        <dsp:cNvSpPr/>
      </dsp:nvSpPr>
      <dsp:spPr>
        <a:xfrm>
          <a:off x="5846486" y="625300"/>
          <a:ext cx="3134246" cy="12536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latin typeface="Arial" panose="020B0604020202020204" pitchFamily="34" charset="0"/>
              <a:cs typeface="Arial" panose="020B0604020202020204" pitchFamily="34" charset="0"/>
            </a:rPr>
            <a:t>3. Technical References</a:t>
          </a:r>
          <a:endParaRPr lang="en-IN" sz="1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473335" y="625300"/>
        <a:ext cx="1880548" cy="1253698"/>
      </dsp:txXfrm>
    </dsp:sp>
    <dsp:sp modelId="{18D46138-9F45-4BD7-B0E2-8CFC9E57F938}">
      <dsp:nvSpPr>
        <dsp:cNvPr id="0" name=""/>
        <dsp:cNvSpPr/>
      </dsp:nvSpPr>
      <dsp:spPr>
        <a:xfrm>
          <a:off x="5846486" y="2035710"/>
          <a:ext cx="2507396" cy="2199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  <a:t>LinkedIn API 🔗 </a:t>
          </a: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4"/>
            </a:rPr>
            <a:t>learn.microsoft.com/</a:t>
          </a:r>
          <a:r>
            <a:rPr lang="en-IN" sz="1500" kern="1200" dirty="0" err="1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4"/>
            </a:rPr>
            <a:t>linkedin</a:t>
          </a:r>
          <a:endParaRPr lang="en-IN" sz="15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  <a:t>Twilio </a:t>
          </a:r>
          <a:b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  <a:t>🔗 </a:t>
          </a: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5"/>
            </a:rPr>
            <a:t>twilio.com</a:t>
          </a: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b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  <a:t>SendGrid </a:t>
          </a:r>
          <a:b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  <a:t>🔗 </a:t>
          </a: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6"/>
            </a:rPr>
            <a:t>sendgrid.com</a:t>
          </a:r>
          <a:endParaRPr lang="en-IN" sz="15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Razorpay</a:t>
          </a: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b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  <a:t>🔗 razorpay.com</a:t>
          </a:r>
          <a:b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  <a:t>Stripe </a:t>
          </a:r>
          <a:b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  <a:t>🔗 stripe.com</a:t>
          </a:r>
        </a:p>
      </dsp:txBody>
      <dsp:txXfrm>
        <a:off x="5846486" y="2035710"/>
        <a:ext cx="2507396" cy="2199462"/>
      </dsp:txXfrm>
    </dsp:sp>
    <dsp:sp modelId="{2C4A9BA8-99A6-4D7B-B405-FB28A1EEEDC5}">
      <dsp:nvSpPr>
        <dsp:cNvPr id="0" name=""/>
        <dsp:cNvSpPr/>
      </dsp:nvSpPr>
      <dsp:spPr>
        <a:xfrm>
          <a:off x="8764732" y="625300"/>
          <a:ext cx="3134246" cy="12536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>
              <a:latin typeface="Arial" panose="020B0604020202020204" pitchFamily="34" charset="0"/>
              <a:cs typeface="Arial" panose="020B0604020202020204" pitchFamily="34" charset="0"/>
            </a:rPr>
            <a:t>4. Academic &amp; Policy</a:t>
          </a:r>
          <a:endParaRPr lang="en-IN" sz="15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391581" y="625300"/>
        <a:ext cx="1880548" cy="1253698"/>
      </dsp:txXfrm>
    </dsp:sp>
    <dsp:sp modelId="{E4D28B26-3FE2-4E94-BCBF-120C12B31682}">
      <dsp:nvSpPr>
        <dsp:cNvPr id="0" name=""/>
        <dsp:cNvSpPr/>
      </dsp:nvSpPr>
      <dsp:spPr>
        <a:xfrm>
          <a:off x="8764732" y="2035710"/>
          <a:ext cx="2507396" cy="2199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>
              <a:latin typeface="Arial" panose="020B0604020202020204" pitchFamily="34" charset="0"/>
              <a:cs typeface="Arial" panose="020B0604020202020204" pitchFamily="34" charset="0"/>
            </a:rPr>
            <a:t>Alumni Management Best Practices (Global case studies)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</a:rPr>
            <a:t>NEP 2020 (India) 🔗 </a:t>
          </a:r>
          <a:r>
            <a:rPr lang="en-IN" sz="1500" kern="1200" dirty="0">
              <a:latin typeface="Arial" panose="020B0604020202020204" pitchFamily="34" charset="0"/>
              <a:cs typeface="Arial" panose="020B0604020202020204" pitchFamily="34" charset="0"/>
              <a:hlinkClick xmlns:r="http://schemas.openxmlformats.org/officeDocument/2006/relationships" r:id="rId7"/>
            </a:rPr>
            <a:t>education.gov.in/nep2020</a:t>
          </a:r>
          <a:endParaRPr lang="en-IN" sz="1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764732" y="2035710"/>
        <a:ext cx="2507396" cy="2199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#2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3.png"/><Relationship Id="rId4" Type="http://schemas.openxmlformats.org/officeDocument/2006/relationships/diagramData" Target="../diagrams/data1.xml"/><Relationship Id="rId9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13" Type="http://schemas.microsoft.com/office/2007/relationships/diagramDrawing" Target="../diagrams/drawing3.xml"/><Relationship Id="rId18" Type="http://schemas.microsoft.com/office/2007/relationships/diagramDrawing" Target="../diagrams/drawing4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diagramColors" Target="../diagrams/colors3.xml"/><Relationship Id="rId17" Type="http://schemas.openxmlformats.org/officeDocument/2006/relationships/diagramColors" Target="../diagrams/colors4.xml"/><Relationship Id="rId2" Type="http://schemas.openxmlformats.org/officeDocument/2006/relationships/notesSlide" Target="../notesSlides/notesSlide3.xml"/><Relationship Id="rId16" Type="http://schemas.openxmlformats.org/officeDocument/2006/relationships/diagramQuickStyle" Target="../diagrams/quickStyl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QuickStyle" Target="../diagrams/quickStyle3.xml"/><Relationship Id="rId5" Type="http://schemas.openxmlformats.org/officeDocument/2006/relationships/diagramQuickStyle" Target="../diagrams/quickStyle2.xml"/><Relationship Id="rId15" Type="http://schemas.openxmlformats.org/officeDocument/2006/relationships/diagramLayout" Target="../diagrams/layout4.xml"/><Relationship Id="rId10" Type="http://schemas.openxmlformats.org/officeDocument/2006/relationships/diagramLayout" Target="../diagrams/layout3.xml"/><Relationship Id="rId19" Type="http://schemas.openxmlformats.org/officeDocument/2006/relationships/image" Target="../media/image3.png"/><Relationship Id="rId4" Type="http://schemas.openxmlformats.org/officeDocument/2006/relationships/diagramLayout" Target="../diagrams/layout2.xml"/><Relationship Id="rId9" Type="http://schemas.openxmlformats.org/officeDocument/2006/relationships/diagramData" Target="../diagrams/data3.xml"/><Relationship Id="rId1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13" Type="http://schemas.microsoft.com/office/2007/relationships/diagramDrawing" Target="../diagrams/drawing6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5.xml"/><Relationship Id="rId12" Type="http://schemas.openxmlformats.org/officeDocument/2006/relationships/diagramColors" Target="../diagrams/colors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11" Type="http://schemas.openxmlformats.org/officeDocument/2006/relationships/diagramQuickStyle" Target="../diagrams/quickStyle6.xml"/><Relationship Id="rId5" Type="http://schemas.openxmlformats.org/officeDocument/2006/relationships/diagramLayout" Target="../diagrams/layout5.xml"/><Relationship Id="rId10" Type="http://schemas.openxmlformats.org/officeDocument/2006/relationships/diagramLayout" Target="../diagrams/layout6.xml"/><Relationship Id="rId4" Type="http://schemas.openxmlformats.org/officeDocument/2006/relationships/diagramData" Target="../diagrams/data5.xml"/><Relationship Id="rId9" Type="http://schemas.openxmlformats.org/officeDocument/2006/relationships/diagramData" Target="../diagrams/data6.xml"/><Relationship Id="rId1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"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205EFD-4695-85F9-C551-FF5D19E14482}"/>
              </a:ext>
            </a:extLst>
          </p:cNvPr>
          <p:cNvSpPr txBox="1"/>
          <p:nvPr/>
        </p:nvSpPr>
        <p:spPr>
          <a:xfrm>
            <a:off x="150941" y="1656640"/>
            <a:ext cx="11824344" cy="367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SIH26043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</a:t>
            </a:r>
            <a:r>
              <a:rPr lang="en-US" sz="2400" b="1" dirty="0">
                <a:solidFill>
                  <a:srgbClr val="CC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2400" dirty="0">
                <a:solidFill>
                  <a:srgbClr val="CC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>
                <a:solidFill>
                  <a:srgbClr val="CC0099"/>
                </a:solidFill>
              </a:rPr>
              <a:t>A digital platform to crowdsource societal challenges and facilitate collaborative problem solving through universities and industry partnerships.</a:t>
            </a:r>
            <a:endParaRPr lang="en-US" sz="2400" dirty="0">
              <a:solidFill>
                <a:srgbClr val="CC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Smart education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Debug thugs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FFAAB22-7B2E-E611-469B-6D443AE8B130}"/>
              </a:ext>
            </a:extLst>
          </p:cNvPr>
          <p:cNvCxnSpPr/>
          <p:nvPr/>
        </p:nvCxnSpPr>
        <p:spPr>
          <a:xfrm>
            <a:off x="1" y="1209040"/>
            <a:ext cx="121919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8DEEDB-E40E-EEC6-CA5B-276E7C140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14" y="152853"/>
            <a:ext cx="1008629" cy="100862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2B8B2E-875D-DA4B-C796-C451A3C62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684" y="-15445"/>
            <a:ext cx="2222316" cy="11769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741679" y="62177"/>
            <a:ext cx="9916162" cy="1143000"/>
          </a:xfrm>
        </p:spPr>
        <p:txBody>
          <a:bodyPr/>
          <a:lstStyle/>
          <a:p>
            <a:pPr eaLnBrk="1" hangingPunct="1"/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2400" b="1" u="sng" dirty="0">
                <a:solidFill>
                  <a:srgbClr val="FF0000"/>
                </a:solidFill>
              </a:rPr>
              <a:t>A digital platform to crowdsource societal challenges and facilitate collaborative problem solving through universities and industry partnerships</a:t>
            </a:r>
            <a:r>
              <a:rPr lang="en-IN" sz="2800" dirty="0">
                <a:solidFill>
                  <a:srgbClr val="FF0000"/>
                </a:solidFill>
              </a:rPr>
              <a:t>.</a:t>
            </a:r>
            <a:endParaRPr lang="en-US" sz="2500" b="1" dirty="0">
              <a:solidFill>
                <a:srgbClr val="FF0000"/>
              </a:solidFill>
              <a:latin typeface="Arial" panose="020B0604020202020204" pitchFamily="34" charset="0"/>
              <a:ea typeface="ＭＳ Ｐゴシック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@SIH Idea submission- Template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5640E9-20BA-612B-62D0-5AF6CE861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14" y="152853"/>
            <a:ext cx="1008629" cy="100862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AC699D-AF5D-6FA5-592D-C105EB25CC7B}"/>
              </a:ext>
            </a:extLst>
          </p:cNvPr>
          <p:cNvCxnSpPr/>
          <p:nvPr/>
        </p:nvCxnSpPr>
        <p:spPr>
          <a:xfrm>
            <a:off x="0" y="1161482"/>
            <a:ext cx="121919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4815409-C4BD-4B87-F79C-1D5DCE0CB5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958615"/>
              </p:ext>
            </p:extLst>
          </p:nvPr>
        </p:nvGraphicFramePr>
        <p:xfrm>
          <a:off x="-1" y="2440698"/>
          <a:ext cx="12192001" cy="445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475891">
                  <a:extLst>
                    <a:ext uri="{9D8B030D-6E8A-4147-A177-3AD203B41FA5}">
                      <a16:colId xmlns:a16="http://schemas.microsoft.com/office/drawing/2014/main" val="3485638388"/>
                    </a:ext>
                  </a:extLst>
                </a:gridCol>
                <a:gridCol w="6716110">
                  <a:extLst>
                    <a:ext uri="{9D8B030D-6E8A-4147-A177-3AD203B41FA5}">
                      <a16:colId xmlns:a16="http://schemas.microsoft.com/office/drawing/2014/main" val="1416055386"/>
                    </a:ext>
                  </a:extLst>
                </a:gridCol>
              </a:tblGrid>
              <a:tr h="29420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How It Works ?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Innovation &amp; Uniqueness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517054"/>
                  </a:ext>
                </a:extLst>
              </a:tr>
              <a:tr h="3844573">
                <a:tc>
                  <a:txBody>
                    <a:bodyPr/>
                    <a:lstStyle/>
                    <a:p>
                      <a:pPr algn="just"/>
                      <a:r>
                        <a:rPr lang="en-IN" b="1" dirty="0"/>
                        <a:t>1. Community / Problem Owners</a:t>
                      </a:r>
                      <a:endParaRPr lang="en-IN" dirty="0"/>
                    </a:p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Submit real societal challenges </a:t>
                      </a:r>
                    </a:p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 Provide location, problem details and expected outcomes </a:t>
                      </a:r>
                    </a:p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Track solution progress and impact </a:t>
                      </a:r>
                    </a:p>
                    <a:p>
                      <a:r>
                        <a:rPr lang="en-IN" b="1" dirty="0"/>
                        <a:t>2. Universities / Students</a:t>
                      </a:r>
                      <a:endParaRPr lang="en-IN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Discover relevant challenges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Form interdisciplinary teams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Develop prototypes and solutions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Collaborate with mentors and researchers </a:t>
                      </a:r>
                    </a:p>
                    <a:p>
                      <a:r>
                        <a:rPr lang="en-IN" b="1" dirty="0"/>
                        <a:t>3. Industry Partners</a:t>
                      </a:r>
                      <a:endParaRPr lang="en-IN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Discover promising projects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Provide mentorship and technical expertise</a:t>
                      </a:r>
                      <a:r>
                        <a:rPr lang="en-IN" dirty="0"/>
                        <a:t> </a:t>
                      </a:r>
                    </a:p>
                    <a:p>
                      <a:r>
                        <a:rPr lang="en-IN" b="1" dirty="0"/>
                        <a:t>Core Journey</a:t>
                      </a:r>
                    </a:p>
                    <a:p>
                      <a:r>
                        <a:rPr lang="en-IN" sz="1200" b="1" dirty="0"/>
                        <a:t>Problem → Match → Team → Mentor → Prototype → Pilot → Deployment → Impact</a:t>
                      </a:r>
                      <a:endParaRPr lang="en-IN" sz="1200" dirty="0"/>
                    </a:p>
                    <a:p>
                      <a:pPr marL="457200" lvl="1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What Makes Samadhan Different?</a:t>
                      </a:r>
                    </a:p>
                    <a:p>
                      <a:r>
                        <a:rPr lang="en-IN" b="1" dirty="0"/>
                        <a:t>🔗 Three-Stakeholder Ecosystem</a:t>
                      </a:r>
                    </a:p>
                    <a:p>
                      <a:r>
                        <a:rPr lang="en-IN" sz="1600" dirty="0"/>
                        <a:t>Unlike conventional problem-reporting platforms, Samadhan connects:</a:t>
                      </a:r>
                    </a:p>
                    <a:p>
                      <a:r>
                        <a:rPr lang="en-IN" b="1" dirty="0"/>
                        <a:t>Community ↔ University ↔ Industry</a:t>
                      </a:r>
                      <a:endParaRPr lang="en-IN" dirty="0"/>
                    </a:p>
                    <a:p>
                      <a:r>
                        <a:rPr lang="en-IN" b="1" dirty="0"/>
                        <a:t>🎯 Smart Challenge Matching</a:t>
                      </a:r>
                    </a:p>
                    <a:p>
                      <a:r>
                        <a:rPr lang="en-IN" sz="1600" dirty="0"/>
                        <a:t>Matches challenges with suitable:</a:t>
                      </a:r>
                    </a:p>
                    <a:p>
                      <a:pPr lvl="0"/>
                      <a:r>
                        <a:rPr lang="en-IN" sz="1600" dirty="0"/>
                        <a:t>Students </a:t>
                      </a:r>
                    </a:p>
                    <a:p>
                      <a:pPr lvl="0"/>
                      <a:r>
                        <a:rPr lang="en-IN" sz="1600" dirty="0"/>
                        <a:t>Researchers </a:t>
                      </a:r>
                    </a:p>
                    <a:p>
                      <a:pPr lvl="0"/>
                      <a:r>
                        <a:rPr lang="en-IN" sz="1600" dirty="0"/>
                        <a:t>University teams </a:t>
                      </a:r>
                    </a:p>
                    <a:p>
                      <a:pPr lvl="0"/>
                      <a:r>
                        <a:rPr lang="en-IN" sz="1600" dirty="0"/>
                        <a:t>Industry experts </a:t>
                      </a:r>
                    </a:p>
                    <a:p>
                      <a:pPr lvl="0"/>
                      <a:r>
                        <a:rPr lang="en-IN" sz="1600" dirty="0"/>
                        <a:t>Mentors </a:t>
                      </a:r>
                    </a:p>
                    <a:p>
                      <a:r>
                        <a:rPr lang="en-IN" b="1" dirty="0"/>
                        <a:t>📊 Impact Tracking</a:t>
                      </a:r>
                    </a:p>
                    <a:p>
                      <a:r>
                        <a:rPr lang="en-IN" sz="1600" dirty="0"/>
                        <a:t>Every project can be tracked from its initial problem to its real-world impact.</a:t>
                      </a:r>
                    </a:p>
                    <a:p>
                      <a:pPr lvl="0"/>
                      <a:endParaRPr lang="en-IN" dirty="0"/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9310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AC3702E-20AF-1F18-A0BF-8279F14A43C1}"/>
              </a:ext>
            </a:extLst>
          </p:cNvPr>
          <p:cNvSpPr txBox="1"/>
          <p:nvPr/>
        </p:nvSpPr>
        <p:spPr>
          <a:xfrm>
            <a:off x="-1" y="1517368"/>
            <a:ext cx="125283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2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dirty="0"/>
              <a:t>    “Connecting Problems with People, Ideas with Industry, and Solutions with Society.”</a:t>
            </a:r>
            <a:r>
              <a:rPr lang="en-IN" sz="1600" dirty="0"/>
              <a:t>  </a:t>
            </a:r>
          </a:p>
          <a:p>
            <a:pPr marL="1200150" lvl="2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dirty="0"/>
              <a:t>Samadhan is a centralized digital platform that </a:t>
            </a:r>
            <a:r>
              <a:rPr lang="en-IN" b="1" dirty="0"/>
              <a:t>crowdsources real-world societal challenges</a:t>
            </a:r>
            <a:r>
              <a:rPr lang="en-IN" dirty="0"/>
              <a:t> and connects them with </a:t>
            </a:r>
            <a:r>
              <a:rPr lang="en-IN" b="1" dirty="0"/>
              <a:t>students, researchers, universities and industry partners</a:t>
            </a:r>
            <a:r>
              <a:rPr lang="en-IN" dirty="0"/>
              <a:t> to collaboratively develop and implement solutions</a:t>
            </a:r>
            <a:r>
              <a:rPr lang="en-IN" sz="16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23F565-773D-6D9E-5CE6-A51C2E8EC803}"/>
              </a:ext>
            </a:extLst>
          </p:cNvPr>
          <p:cNvSpPr txBox="1"/>
          <p:nvPr/>
        </p:nvSpPr>
        <p:spPr>
          <a:xfrm>
            <a:off x="3269223" y="1161482"/>
            <a:ext cx="5653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Proposed solution: -  “ SAMADHAN ”</a:t>
            </a:r>
            <a:endParaRPr lang="en-US" sz="2000" u="sn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4AD9D8-9211-E29F-35A8-8A9C9CA83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468" y="15333"/>
            <a:ext cx="1904531" cy="1008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F287-9AF9-045C-9529-563815E89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C0099"/>
                </a:solidFill>
              </a:rPr>
              <a:t>WORKING PROTOPYE </a:t>
            </a:r>
            <a:endParaRPr lang="en-IN" b="1" dirty="0">
              <a:solidFill>
                <a:srgbClr val="CC0099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C8FC5-7C74-CD45-961C-F631CD33D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EB53A-8162-10A0-4788-1881F2D7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42B-5A73-45DC-864D-086DE78037EF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8B729C9-D097-5F67-2C9C-A24B96CE5CF1}"/>
              </a:ext>
            </a:extLst>
          </p:cNvPr>
          <p:cNvCxnSpPr/>
          <p:nvPr/>
        </p:nvCxnSpPr>
        <p:spPr>
          <a:xfrm>
            <a:off x="1" y="1228353"/>
            <a:ext cx="121919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9AD5651-94A6-89E2-7067-F9158FE74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4" y="126312"/>
            <a:ext cx="1008629" cy="100862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5EAE74-36EE-02F4-8359-15BF48895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889" y="0"/>
            <a:ext cx="2158253" cy="1143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6C8203-2EFD-8D1C-BE4D-242EE704D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61332"/>
            <a:ext cx="6354501" cy="32982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596A7E-60F4-D44F-7BEE-E193D20F75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076606"/>
            <a:ext cx="6096000" cy="346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663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90800" y="47031"/>
            <a:ext cx="7010400" cy="1143000"/>
          </a:xfrm>
        </p:spPr>
        <p:txBody>
          <a:bodyPr/>
          <a:lstStyle/>
          <a:p>
            <a:pPr eaLnBrk="1" hangingPunct="1"/>
            <a:r>
              <a:rPr lang="en-US" sz="3000" b="1" dirty="0">
                <a:solidFill>
                  <a:srgbClr val="CC0099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C13AA0-EDD0-5455-1198-08A4C18A3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14" y="152853"/>
            <a:ext cx="1008629" cy="100862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C6A417B-9B6A-D4B2-CED5-657CC8557FFF}"/>
              </a:ext>
            </a:extLst>
          </p:cNvPr>
          <p:cNvCxnSpPr/>
          <p:nvPr/>
        </p:nvCxnSpPr>
        <p:spPr>
          <a:xfrm>
            <a:off x="1" y="1209040"/>
            <a:ext cx="121919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88643F5-F954-B3F0-3AA2-8AEC9D15D018}"/>
              </a:ext>
            </a:extLst>
          </p:cNvPr>
          <p:cNvSpPr txBox="1"/>
          <p:nvPr/>
        </p:nvSpPr>
        <p:spPr>
          <a:xfrm>
            <a:off x="9963500" y="1140409"/>
            <a:ext cx="15648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User Flow :</a:t>
            </a:r>
            <a:endParaRPr lang="en-IN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8E8D8A-B32F-A158-78E7-1A307012A505}"/>
              </a:ext>
            </a:extLst>
          </p:cNvPr>
          <p:cNvSpPr txBox="1"/>
          <p:nvPr/>
        </p:nvSpPr>
        <p:spPr>
          <a:xfrm>
            <a:off x="794861" y="4449325"/>
            <a:ext cx="2845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Implementation Plan :</a:t>
            </a:r>
          </a:p>
        </p:txBody>
      </p:sp>
      <p:graphicFrame>
        <p:nvGraphicFramePr>
          <p:cNvPr id="17429" name="Diagram 17428">
            <a:extLst>
              <a:ext uri="{FF2B5EF4-FFF2-40B4-BE49-F238E27FC236}">
                <a16:creationId xmlns:a16="http://schemas.microsoft.com/office/drawing/2014/main" id="{07CABC2E-25C6-9629-7251-4713EE366B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607105"/>
              </p:ext>
            </p:extLst>
          </p:nvPr>
        </p:nvGraphicFramePr>
        <p:xfrm>
          <a:off x="794861" y="1636153"/>
          <a:ext cx="8295452" cy="2594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FD6B265-3D6F-5ECC-8D93-50EF3A2BBC08}"/>
              </a:ext>
            </a:extLst>
          </p:cNvPr>
          <p:cNvSpPr txBox="1"/>
          <p:nvPr/>
        </p:nvSpPr>
        <p:spPr>
          <a:xfrm>
            <a:off x="3240569" y="1237589"/>
            <a:ext cx="46116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Technologies to be used :- </a:t>
            </a:r>
            <a:endParaRPr lang="en-US" sz="2000" b="1" u="sng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BEFB36-19DC-7A3E-741B-B8A609ED89B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100" t="22585" r="3063" b="20631"/>
          <a:stretch>
            <a:fillRect/>
          </a:stretch>
        </p:blipFill>
        <p:spPr>
          <a:xfrm>
            <a:off x="1424380" y="4787879"/>
            <a:ext cx="6953743" cy="20629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B6119E-45F8-8BA2-5132-97F66B0424D0}"/>
              </a:ext>
            </a:extLst>
          </p:cNvPr>
          <p:cNvSpPr txBox="1"/>
          <p:nvPr/>
        </p:nvSpPr>
        <p:spPr>
          <a:xfrm>
            <a:off x="9963500" y="1419843"/>
            <a:ext cx="222504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sz="1200" b="1" dirty="0">
                <a:solidFill>
                  <a:srgbClr val="00B0F0"/>
                </a:solidFill>
              </a:rPr>
              <a:t>COMMUNITY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      │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      ↓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Submit Challenge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      │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      ↓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 Verification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      │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      ↓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Smart Matching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      │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┌─────┴─────┐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↓           ↓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UNIVERSITY    INDUSTRY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│           │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↓           ↓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Form Team    Find Project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│           │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└─────┬─────┘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      ↓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 COLLABORATION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      ↓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   PROTOTYPE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      ↓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     PILOT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      ↓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  DEPLOYMENT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      ↓</a:t>
            </a:r>
          </a:p>
          <a:p>
            <a:r>
              <a:rPr lang="en-IN" sz="1200" b="1" dirty="0">
                <a:solidFill>
                  <a:srgbClr val="00B0F0"/>
                </a:solidFill>
              </a:rPr>
              <a:t>         IMPACT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B14E54-1591-C617-ACFF-A44AC6E56F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6930" y="11821"/>
            <a:ext cx="2061610" cy="10918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947421" y="20544"/>
            <a:ext cx="6297156" cy="1143000"/>
          </a:xfrm>
        </p:spPr>
        <p:txBody>
          <a:bodyPr/>
          <a:lstStyle/>
          <a:p>
            <a:pPr eaLnBrk="1" hangingPunct="1"/>
            <a:r>
              <a:rPr lang="en-US" sz="3000" b="1" dirty="0">
                <a:solidFill>
                  <a:schemeClr val="accent2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FEASIBILITY AND VIABILITY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88F6C1B-40FC-295D-0D82-D35AFC7531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5311329"/>
              </p:ext>
            </p:extLst>
          </p:nvPr>
        </p:nvGraphicFramePr>
        <p:xfrm>
          <a:off x="2119629" y="1393338"/>
          <a:ext cx="7952740" cy="1687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46194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46194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0E9CDB-EB2A-815E-FEE5-3518C7FB4F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514" y="142694"/>
            <a:ext cx="1008629" cy="100862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C245F850-4BB4-92DA-B1D9-19C0271605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9496224"/>
              </p:ext>
            </p:extLst>
          </p:nvPr>
        </p:nvGraphicFramePr>
        <p:xfrm>
          <a:off x="958104" y="3231522"/>
          <a:ext cx="10275790" cy="13447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765D957-970A-11A8-3A32-6D916F4B93C6}"/>
              </a:ext>
            </a:extLst>
          </p:cNvPr>
          <p:cNvSpPr txBox="1"/>
          <p:nvPr/>
        </p:nvSpPr>
        <p:spPr>
          <a:xfrm>
            <a:off x="325798" y="1322666"/>
            <a:ext cx="2707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Feasibility Analysis :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DEC0AF0-A498-55E2-BC9E-46089C63D694}"/>
              </a:ext>
            </a:extLst>
          </p:cNvPr>
          <p:cNvCxnSpPr/>
          <p:nvPr/>
        </p:nvCxnSpPr>
        <p:spPr>
          <a:xfrm>
            <a:off x="1" y="1198880"/>
            <a:ext cx="121919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E19E28A-BCD8-A7A2-CC17-A7E5219ED45D}"/>
              </a:ext>
            </a:extLst>
          </p:cNvPr>
          <p:cNvSpPr txBox="1"/>
          <p:nvPr/>
        </p:nvSpPr>
        <p:spPr>
          <a:xfrm>
            <a:off x="325798" y="2919019"/>
            <a:ext cx="3873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Potential Challenges &amp; Risks :</a:t>
            </a: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EAA88D0A-B378-B189-8698-9E5C6D7E16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4876535"/>
              </p:ext>
            </p:extLst>
          </p:nvPr>
        </p:nvGraphicFramePr>
        <p:xfrm>
          <a:off x="1188377" y="4875468"/>
          <a:ext cx="9815245" cy="1754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5839374-8333-EEDE-C4D2-AA8D9CE708EB}"/>
              </a:ext>
            </a:extLst>
          </p:cNvPr>
          <p:cNvSpPr txBox="1"/>
          <p:nvPr/>
        </p:nvSpPr>
        <p:spPr>
          <a:xfrm>
            <a:off x="325798" y="4765039"/>
            <a:ext cx="49968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Strategies for Overcoming Challenges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06B0F8-B29A-066C-72B1-201E37A3B4C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79544" y="-11356"/>
            <a:ext cx="2158253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8553" y="18482"/>
            <a:ext cx="10972800" cy="1143000"/>
          </a:xfrm>
        </p:spPr>
        <p:txBody>
          <a:bodyPr/>
          <a:lstStyle/>
          <a:p>
            <a:pPr eaLnBrk="1" hangingPunct="1"/>
            <a:r>
              <a:rPr lang="en-US" sz="3000" b="1" dirty="0">
                <a:solidFill>
                  <a:srgbClr val="CC0099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766048-2489-4659-C276-B38DEF2EE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14" y="152853"/>
            <a:ext cx="1008629" cy="100862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791B0AF-61FB-2653-2225-C06A53D2F132}"/>
              </a:ext>
            </a:extLst>
          </p:cNvPr>
          <p:cNvCxnSpPr/>
          <p:nvPr/>
        </p:nvCxnSpPr>
        <p:spPr>
          <a:xfrm>
            <a:off x="1" y="1228353"/>
            <a:ext cx="121919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2FB83A56-6519-2F3A-6F66-EF01D2B3C2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0460323"/>
              </p:ext>
            </p:extLst>
          </p:nvPr>
        </p:nvGraphicFramePr>
        <p:xfrm>
          <a:off x="-896945" y="1391979"/>
          <a:ext cx="8867381" cy="5329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C3470490-5E97-93FE-1C54-69A5B8EEAA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7306553"/>
              </p:ext>
            </p:extLst>
          </p:nvPr>
        </p:nvGraphicFramePr>
        <p:xfrm>
          <a:off x="6096000" y="1507459"/>
          <a:ext cx="6705565" cy="47670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BF7A5FF-CF9C-61DF-282C-59BC5F43348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46825" y="14320"/>
            <a:ext cx="2145175" cy="113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53110" y="38647"/>
            <a:ext cx="6184490" cy="1143000"/>
          </a:xfrm>
        </p:spPr>
        <p:txBody>
          <a:bodyPr/>
          <a:lstStyle/>
          <a:p>
            <a:pPr eaLnBrk="1" hangingPunct="1"/>
            <a:r>
              <a:rPr lang="en-US" sz="3000" b="1" dirty="0">
                <a:solidFill>
                  <a:srgbClr val="CC0099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RESEARCH  AND REFERENCES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248C76A-376D-0D32-603C-353B9E4F05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1426274"/>
              </p:ext>
            </p:extLst>
          </p:nvPr>
        </p:nvGraphicFramePr>
        <p:xfrm>
          <a:off x="141514" y="1402466"/>
          <a:ext cx="11908972" cy="48604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984F67-4A29-80C4-AC9A-EAE4D40E20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514" y="126312"/>
            <a:ext cx="1008629" cy="100862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D7B191-FCF6-B19F-9B12-48F5D95ADD49}"/>
              </a:ext>
            </a:extLst>
          </p:cNvPr>
          <p:cNvCxnSpPr/>
          <p:nvPr/>
        </p:nvCxnSpPr>
        <p:spPr>
          <a:xfrm>
            <a:off x="1" y="1228353"/>
            <a:ext cx="121919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4DBA521-7400-C18A-5270-6BCB408DCF51}"/>
              </a:ext>
            </a:extLst>
          </p:cNvPr>
          <p:cNvSpPr txBox="1"/>
          <p:nvPr/>
        </p:nvSpPr>
        <p:spPr>
          <a:xfrm>
            <a:off x="2194393" y="6356353"/>
            <a:ext cx="8111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BE8BFE-3ED6-97C4-533B-790783AC2F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29889" y="0"/>
            <a:ext cx="2158253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8254</TotalTime>
  <Words>653</Words>
  <Application>Microsoft Office PowerPoint</Application>
  <PresentationFormat>Widescreen</PresentationFormat>
  <Paragraphs>177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Courier New</vt:lpstr>
      <vt:lpstr>Garamond</vt:lpstr>
      <vt:lpstr>TradeGothic</vt:lpstr>
      <vt:lpstr>Office Theme</vt:lpstr>
      <vt:lpstr>SMART INDIA HACKATHON 2026</vt:lpstr>
      <vt:lpstr>  A digital platform to crowdsource societal challenges and facilitate collaborative problem solving through universities and industry partnerships.</vt:lpstr>
      <vt:lpstr>WORKING PROTOPYE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Sudhanshu Tiwari</cp:lastModifiedBy>
  <cp:revision>157</cp:revision>
  <dcterms:created xsi:type="dcterms:W3CDTF">2013-12-12T18:46:50Z</dcterms:created>
  <dcterms:modified xsi:type="dcterms:W3CDTF">2026-08-27T13:15:39Z</dcterms:modified>
  <cp:category/>
</cp:coreProperties>
</file>